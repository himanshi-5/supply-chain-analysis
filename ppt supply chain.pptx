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66" r:id="rId19"/>
    <p:sldId id="267" r:id="rId2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434" autoAdjust="0"/>
  </p:normalViewPr>
  <p:slideViewPr>
    <p:cSldViewPr>
      <p:cViewPr varScale="1">
        <p:scale>
          <a:sx n="50" d="100"/>
          <a:sy n="50" d="100"/>
        </p:scale>
        <p:origin x="516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10E8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1" i="0">
                <a:solidFill>
                  <a:srgbClr val="010E8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10E8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rgbClr val="010E8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44173" y="615425"/>
            <a:ext cx="9539605" cy="1370965"/>
          </a:xfrm>
          <a:custGeom>
            <a:avLst/>
            <a:gdLst/>
            <a:ahLst/>
            <a:cxnLst/>
            <a:rect l="l" t="t" r="r" b="b"/>
            <a:pathLst>
              <a:path w="9539605" h="1370964">
                <a:moveTo>
                  <a:pt x="9159565" y="1370395"/>
                </a:moveTo>
                <a:lnTo>
                  <a:pt x="381000" y="1370395"/>
                </a:lnTo>
                <a:lnTo>
                  <a:pt x="333208" y="1367427"/>
                </a:lnTo>
                <a:lnTo>
                  <a:pt x="287187" y="1358759"/>
                </a:lnTo>
                <a:lnTo>
                  <a:pt x="243296" y="1344750"/>
                </a:lnTo>
                <a:lnTo>
                  <a:pt x="201889" y="1325755"/>
                </a:lnTo>
                <a:lnTo>
                  <a:pt x="163326" y="1302133"/>
                </a:lnTo>
                <a:lnTo>
                  <a:pt x="127962" y="1274239"/>
                </a:lnTo>
                <a:lnTo>
                  <a:pt x="96155" y="1242432"/>
                </a:lnTo>
                <a:lnTo>
                  <a:pt x="68262" y="1207069"/>
                </a:lnTo>
                <a:lnTo>
                  <a:pt x="44640" y="1168505"/>
                </a:lnTo>
                <a:lnTo>
                  <a:pt x="25645" y="1127099"/>
                </a:lnTo>
                <a:lnTo>
                  <a:pt x="11636" y="1083207"/>
                </a:lnTo>
                <a:lnTo>
                  <a:pt x="2968" y="1037187"/>
                </a:lnTo>
                <a:lnTo>
                  <a:pt x="0" y="989395"/>
                </a:lnTo>
                <a:lnTo>
                  <a:pt x="0" y="380999"/>
                </a:lnTo>
                <a:lnTo>
                  <a:pt x="2968" y="333208"/>
                </a:lnTo>
                <a:lnTo>
                  <a:pt x="11636" y="287187"/>
                </a:lnTo>
                <a:lnTo>
                  <a:pt x="25645" y="243296"/>
                </a:lnTo>
                <a:lnTo>
                  <a:pt x="44640" y="201889"/>
                </a:lnTo>
                <a:lnTo>
                  <a:pt x="68262" y="163326"/>
                </a:lnTo>
                <a:lnTo>
                  <a:pt x="96155" y="127962"/>
                </a:lnTo>
                <a:lnTo>
                  <a:pt x="127962" y="96155"/>
                </a:lnTo>
                <a:lnTo>
                  <a:pt x="163326" y="68262"/>
                </a:lnTo>
                <a:lnTo>
                  <a:pt x="201889" y="44640"/>
                </a:lnTo>
                <a:lnTo>
                  <a:pt x="243296" y="25645"/>
                </a:lnTo>
                <a:lnTo>
                  <a:pt x="287187" y="11636"/>
                </a:lnTo>
                <a:lnTo>
                  <a:pt x="333208" y="2968"/>
                </a:lnTo>
                <a:lnTo>
                  <a:pt x="381000" y="0"/>
                </a:lnTo>
                <a:lnTo>
                  <a:pt x="9159565" y="0"/>
                </a:lnTo>
                <a:lnTo>
                  <a:pt x="9207357" y="2968"/>
                </a:lnTo>
                <a:lnTo>
                  <a:pt x="9253377" y="11636"/>
                </a:lnTo>
                <a:lnTo>
                  <a:pt x="9297269" y="25645"/>
                </a:lnTo>
                <a:lnTo>
                  <a:pt x="9338675" y="44640"/>
                </a:lnTo>
                <a:lnTo>
                  <a:pt x="9377238" y="68262"/>
                </a:lnTo>
                <a:lnTo>
                  <a:pt x="9412602" y="96155"/>
                </a:lnTo>
                <a:lnTo>
                  <a:pt x="9444409" y="127962"/>
                </a:lnTo>
                <a:lnTo>
                  <a:pt x="9472302" y="163326"/>
                </a:lnTo>
                <a:lnTo>
                  <a:pt x="9495925" y="201889"/>
                </a:lnTo>
                <a:lnTo>
                  <a:pt x="9514919" y="243296"/>
                </a:lnTo>
                <a:lnTo>
                  <a:pt x="9528929" y="287187"/>
                </a:lnTo>
                <a:lnTo>
                  <a:pt x="9537596" y="333208"/>
                </a:lnTo>
                <a:lnTo>
                  <a:pt x="9539238" y="359634"/>
                </a:lnTo>
                <a:lnTo>
                  <a:pt x="9539238" y="1010760"/>
                </a:lnTo>
                <a:lnTo>
                  <a:pt x="9528929" y="1083207"/>
                </a:lnTo>
                <a:lnTo>
                  <a:pt x="9514919" y="1127099"/>
                </a:lnTo>
                <a:lnTo>
                  <a:pt x="9495925" y="1168505"/>
                </a:lnTo>
                <a:lnTo>
                  <a:pt x="9472302" y="1207069"/>
                </a:lnTo>
                <a:lnTo>
                  <a:pt x="9444409" y="1242432"/>
                </a:lnTo>
                <a:lnTo>
                  <a:pt x="9412602" y="1274239"/>
                </a:lnTo>
                <a:lnTo>
                  <a:pt x="9377238" y="1302133"/>
                </a:lnTo>
                <a:lnTo>
                  <a:pt x="9338675" y="1325755"/>
                </a:lnTo>
                <a:lnTo>
                  <a:pt x="9297269" y="1344750"/>
                </a:lnTo>
                <a:lnTo>
                  <a:pt x="9253377" y="1358759"/>
                </a:lnTo>
                <a:lnTo>
                  <a:pt x="9207357" y="1367427"/>
                </a:lnTo>
                <a:lnTo>
                  <a:pt x="9159565" y="1370395"/>
                </a:lnTo>
                <a:close/>
              </a:path>
            </a:pathLst>
          </a:custGeom>
          <a:solidFill>
            <a:srgbClr val="EF4F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6518414" y="979562"/>
            <a:ext cx="742950" cy="120014"/>
          </a:xfrm>
          <a:custGeom>
            <a:avLst/>
            <a:gdLst/>
            <a:ahLst/>
            <a:cxnLst/>
            <a:rect l="l" t="t" r="r" b="b"/>
            <a:pathLst>
              <a:path w="742950" h="120015">
                <a:moveTo>
                  <a:pt x="0" y="0"/>
                </a:moveTo>
                <a:lnTo>
                  <a:pt x="742462" y="0"/>
                </a:lnTo>
                <a:lnTo>
                  <a:pt x="742462" y="119432"/>
                </a:lnTo>
                <a:lnTo>
                  <a:pt x="0" y="119432"/>
                </a:lnTo>
                <a:lnTo>
                  <a:pt x="0" y="0"/>
                </a:lnTo>
                <a:close/>
              </a:path>
            </a:pathLst>
          </a:custGeom>
          <a:solidFill>
            <a:srgbClr val="010E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6518414" y="1219621"/>
            <a:ext cx="742950" cy="120014"/>
          </a:xfrm>
          <a:custGeom>
            <a:avLst/>
            <a:gdLst/>
            <a:ahLst/>
            <a:cxnLst/>
            <a:rect l="l" t="t" r="r" b="b"/>
            <a:pathLst>
              <a:path w="742950" h="120015">
                <a:moveTo>
                  <a:pt x="742462" y="119432"/>
                </a:moveTo>
                <a:lnTo>
                  <a:pt x="0" y="119432"/>
                </a:lnTo>
                <a:lnTo>
                  <a:pt x="0" y="0"/>
                </a:lnTo>
                <a:lnTo>
                  <a:pt x="742462" y="0"/>
                </a:lnTo>
                <a:lnTo>
                  <a:pt x="742462" y="119432"/>
                </a:lnTo>
                <a:close/>
              </a:path>
            </a:pathLst>
          </a:custGeom>
          <a:solidFill>
            <a:srgbClr val="010E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6518414" y="1460278"/>
            <a:ext cx="742950" cy="120014"/>
          </a:xfrm>
          <a:custGeom>
            <a:avLst/>
            <a:gdLst/>
            <a:ahLst/>
            <a:cxnLst/>
            <a:rect l="l" t="t" r="r" b="b"/>
            <a:pathLst>
              <a:path w="742950" h="120015">
                <a:moveTo>
                  <a:pt x="742462" y="119432"/>
                </a:moveTo>
                <a:lnTo>
                  <a:pt x="0" y="119432"/>
                </a:lnTo>
                <a:lnTo>
                  <a:pt x="0" y="0"/>
                </a:lnTo>
                <a:lnTo>
                  <a:pt x="742462" y="0"/>
                </a:lnTo>
                <a:lnTo>
                  <a:pt x="742462" y="119432"/>
                </a:lnTo>
                <a:close/>
              </a:path>
            </a:pathLst>
          </a:custGeom>
          <a:solidFill>
            <a:srgbClr val="010E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28699" y="2548139"/>
            <a:ext cx="16225519" cy="6710680"/>
          </a:xfrm>
          <a:custGeom>
            <a:avLst/>
            <a:gdLst/>
            <a:ahLst/>
            <a:cxnLst/>
            <a:rect l="l" t="t" r="r" b="b"/>
            <a:pathLst>
              <a:path w="16225519" h="6710680">
                <a:moveTo>
                  <a:pt x="15849598" y="6710160"/>
                </a:moveTo>
                <a:lnTo>
                  <a:pt x="380999" y="6710160"/>
                </a:lnTo>
                <a:lnTo>
                  <a:pt x="333208" y="6707192"/>
                </a:lnTo>
                <a:lnTo>
                  <a:pt x="287187" y="6698524"/>
                </a:lnTo>
                <a:lnTo>
                  <a:pt x="243296" y="6684514"/>
                </a:lnTo>
                <a:lnTo>
                  <a:pt x="201890" y="6665520"/>
                </a:lnTo>
                <a:lnTo>
                  <a:pt x="163326" y="6641898"/>
                </a:lnTo>
                <a:lnTo>
                  <a:pt x="127962" y="6614004"/>
                </a:lnTo>
                <a:lnTo>
                  <a:pt x="96155" y="6582197"/>
                </a:lnTo>
                <a:lnTo>
                  <a:pt x="68262" y="6546834"/>
                </a:lnTo>
                <a:lnTo>
                  <a:pt x="44640" y="6508270"/>
                </a:lnTo>
                <a:lnTo>
                  <a:pt x="25645" y="6466864"/>
                </a:lnTo>
                <a:lnTo>
                  <a:pt x="11636" y="6422972"/>
                </a:lnTo>
                <a:lnTo>
                  <a:pt x="2968" y="6376952"/>
                </a:lnTo>
                <a:lnTo>
                  <a:pt x="0" y="6329160"/>
                </a:lnTo>
                <a:lnTo>
                  <a:pt x="0" y="381000"/>
                </a:lnTo>
                <a:lnTo>
                  <a:pt x="2968" y="333208"/>
                </a:lnTo>
                <a:lnTo>
                  <a:pt x="11636" y="287187"/>
                </a:lnTo>
                <a:lnTo>
                  <a:pt x="25645" y="243296"/>
                </a:lnTo>
                <a:lnTo>
                  <a:pt x="44640" y="201890"/>
                </a:lnTo>
                <a:lnTo>
                  <a:pt x="68262" y="163326"/>
                </a:lnTo>
                <a:lnTo>
                  <a:pt x="96155" y="127962"/>
                </a:lnTo>
                <a:lnTo>
                  <a:pt x="127962" y="96155"/>
                </a:lnTo>
                <a:lnTo>
                  <a:pt x="163326" y="68262"/>
                </a:lnTo>
                <a:lnTo>
                  <a:pt x="201890" y="44640"/>
                </a:lnTo>
                <a:lnTo>
                  <a:pt x="243296" y="25645"/>
                </a:lnTo>
                <a:lnTo>
                  <a:pt x="287187" y="11636"/>
                </a:lnTo>
                <a:lnTo>
                  <a:pt x="333208" y="2968"/>
                </a:lnTo>
                <a:lnTo>
                  <a:pt x="380999" y="0"/>
                </a:lnTo>
                <a:lnTo>
                  <a:pt x="15849598" y="0"/>
                </a:lnTo>
                <a:lnTo>
                  <a:pt x="15897390" y="2968"/>
                </a:lnTo>
                <a:lnTo>
                  <a:pt x="15943410" y="11636"/>
                </a:lnTo>
                <a:lnTo>
                  <a:pt x="15987302" y="25645"/>
                </a:lnTo>
                <a:lnTo>
                  <a:pt x="16028708" y="44640"/>
                </a:lnTo>
                <a:lnTo>
                  <a:pt x="16067272" y="68262"/>
                </a:lnTo>
                <a:lnTo>
                  <a:pt x="16102636" y="96155"/>
                </a:lnTo>
                <a:lnTo>
                  <a:pt x="16134443" y="127962"/>
                </a:lnTo>
                <a:lnTo>
                  <a:pt x="16162336" y="163326"/>
                </a:lnTo>
                <a:lnTo>
                  <a:pt x="16185958" y="201890"/>
                </a:lnTo>
                <a:lnTo>
                  <a:pt x="16204953" y="243296"/>
                </a:lnTo>
                <a:lnTo>
                  <a:pt x="16218962" y="287187"/>
                </a:lnTo>
                <a:lnTo>
                  <a:pt x="16224958" y="319023"/>
                </a:lnTo>
                <a:lnTo>
                  <a:pt x="16224958" y="6391137"/>
                </a:lnTo>
                <a:lnTo>
                  <a:pt x="16204953" y="6466864"/>
                </a:lnTo>
                <a:lnTo>
                  <a:pt x="16185958" y="6508270"/>
                </a:lnTo>
                <a:lnTo>
                  <a:pt x="16162336" y="6546834"/>
                </a:lnTo>
                <a:lnTo>
                  <a:pt x="16134443" y="6582197"/>
                </a:lnTo>
                <a:lnTo>
                  <a:pt x="16102636" y="6614004"/>
                </a:lnTo>
                <a:lnTo>
                  <a:pt x="16067272" y="6641898"/>
                </a:lnTo>
                <a:lnTo>
                  <a:pt x="16028708" y="6665520"/>
                </a:lnTo>
                <a:lnTo>
                  <a:pt x="15987302" y="6684514"/>
                </a:lnTo>
                <a:lnTo>
                  <a:pt x="15943410" y="6698524"/>
                </a:lnTo>
                <a:lnTo>
                  <a:pt x="15897390" y="6707192"/>
                </a:lnTo>
                <a:lnTo>
                  <a:pt x="15849598" y="6710160"/>
                </a:lnTo>
                <a:close/>
              </a:path>
            </a:pathLst>
          </a:custGeom>
          <a:solidFill>
            <a:srgbClr val="010E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488958" y="5143499"/>
            <a:ext cx="15309850" cy="3673475"/>
          </a:xfrm>
          <a:custGeom>
            <a:avLst/>
            <a:gdLst/>
            <a:ahLst/>
            <a:cxnLst/>
            <a:rect l="l" t="t" r="r" b="b"/>
            <a:pathLst>
              <a:path w="15309850" h="3673475">
                <a:moveTo>
                  <a:pt x="14929080" y="3673125"/>
                </a:moveTo>
                <a:lnTo>
                  <a:pt x="381000" y="3673125"/>
                </a:lnTo>
                <a:lnTo>
                  <a:pt x="333208" y="3670157"/>
                </a:lnTo>
                <a:lnTo>
                  <a:pt x="287187" y="3661489"/>
                </a:lnTo>
                <a:lnTo>
                  <a:pt x="243296" y="3647480"/>
                </a:lnTo>
                <a:lnTo>
                  <a:pt x="201890" y="3628485"/>
                </a:lnTo>
                <a:lnTo>
                  <a:pt x="163326" y="3604863"/>
                </a:lnTo>
                <a:lnTo>
                  <a:pt x="127962" y="3576970"/>
                </a:lnTo>
                <a:lnTo>
                  <a:pt x="96155" y="3545163"/>
                </a:lnTo>
                <a:lnTo>
                  <a:pt x="68262" y="3509799"/>
                </a:lnTo>
                <a:lnTo>
                  <a:pt x="44640" y="3471235"/>
                </a:lnTo>
                <a:lnTo>
                  <a:pt x="25645" y="3429829"/>
                </a:lnTo>
                <a:lnTo>
                  <a:pt x="11636" y="3385937"/>
                </a:lnTo>
                <a:lnTo>
                  <a:pt x="2968" y="3339917"/>
                </a:lnTo>
                <a:lnTo>
                  <a:pt x="0" y="3292125"/>
                </a:lnTo>
                <a:lnTo>
                  <a:pt x="0" y="381000"/>
                </a:lnTo>
                <a:lnTo>
                  <a:pt x="2968" y="333208"/>
                </a:lnTo>
                <a:lnTo>
                  <a:pt x="11636" y="287187"/>
                </a:lnTo>
                <a:lnTo>
                  <a:pt x="25645" y="243296"/>
                </a:lnTo>
                <a:lnTo>
                  <a:pt x="44640" y="201890"/>
                </a:lnTo>
                <a:lnTo>
                  <a:pt x="68262" y="163326"/>
                </a:lnTo>
                <a:lnTo>
                  <a:pt x="96155" y="127962"/>
                </a:lnTo>
                <a:lnTo>
                  <a:pt x="127962" y="96155"/>
                </a:lnTo>
                <a:lnTo>
                  <a:pt x="163326" y="68262"/>
                </a:lnTo>
                <a:lnTo>
                  <a:pt x="201890" y="44640"/>
                </a:lnTo>
                <a:lnTo>
                  <a:pt x="243296" y="25645"/>
                </a:lnTo>
                <a:lnTo>
                  <a:pt x="287187" y="11636"/>
                </a:lnTo>
                <a:lnTo>
                  <a:pt x="333208" y="2968"/>
                </a:lnTo>
                <a:lnTo>
                  <a:pt x="381000" y="0"/>
                </a:lnTo>
                <a:lnTo>
                  <a:pt x="14929080" y="0"/>
                </a:lnTo>
                <a:lnTo>
                  <a:pt x="14976872" y="2968"/>
                </a:lnTo>
                <a:lnTo>
                  <a:pt x="15022892" y="11636"/>
                </a:lnTo>
                <a:lnTo>
                  <a:pt x="15066784" y="25645"/>
                </a:lnTo>
                <a:lnTo>
                  <a:pt x="15108190" y="44640"/>
                </a:lnTo>
                <a:lnTo>
                  <a:pt x="15146753" y="68262"/>
                </a:lnTo>
                <a:lnTo>
                  <a:pt x="15182117" y="96155"/>
                </a:lnTo>
                <a:lnTo>
                  <a:pt x="15213924" y="127962"/>
                </a:lnTo>
                <a:lnTo>
                  <a:pt x="15241817" y="163326"/>
                </a:lnTo>
                <a:lnTo>
                  <a:pt x="15265440" y="201890"/>
                </a:lnTo>
                <a:lnTo>
                  <a:pt x="15284434" y="243296"/>
                </a:lnTo>
                <a:lnTo>
                  <a:pt x="15298444" y="287187"/>
                </a:lnTo>
                <a:lnTo>
                  <a:pt x="15307111" y="333208"/>
                </a:lnTo>
                <a:lnTo>
                  <a:pt x="15309472" y="371220"/>
                </a:lnTo>
                <a:lnTo>
                  <a:pt x="15309472" y="3301905"/>
                </a:lnTo>
                <a:lnTo>
                  <a:pt x="15298444" y="3385937"/>
                </a:lnTo>
                <a:lnTo>
                  <a:pt x="15284434" y="3429829"/>
                </a:lnTo>
                <a:lnTo>
                  <a:pt x="15265440" y="3471235"/>
                </a:lnTo>
                <a:lnTo>
                  <a:pt x="15241817" y="3509799"/>
                </a:lnTo>
                <a:lnTo>
                  <a:pt x="15213924" y="3545163"/>
                </a:lnTo>
                <a:lnTo>
                  <a:pt x="15182117" y="3576970"/>
                </a:lnTo>
                <a:lnTo>
                  <a:pt x="15146753" y="3604863"/>
                </a:lnTo>
                <a:lnTo>
                  <a:pt x="15108190" y="3628485"/>
                </a:lnTo>
                <a:lnTo>
                  <a:pt x="15066784" y="3647480"/>
                </a:lnTo>
                <a:lnTo>
                  <a:pt x="15022892" y="3661489"/>
                </a:lnTo>
                <a:lnTo>
                  <a:pt x="14976872" y="3670157"/>
                </a:lnTo>
                <a:lnTo>
                  <a:pt x="14929080" y="3673125"/>
                </a:lnTo>
                <a:close/>
              </a:path>
            </a:pathLst>
          </a:custGeom>
          <a:solidFill>
            <a:srgbClr val="EF4F2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7657" y="5129721"/>
            <a:ext cx="7753349" cy="414337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2506" y="4723213"/>
            <a:ext cx="6181724" cy="37814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10E8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10E8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44173" y="615425"/>
            <a:ext cx="9539605" cy="1370965"/>
          </a:xfrm>
          <a:custGeom>
            <a:avLst/>
            <a:gdLst/>
            <a:ahLst/>
            <a:cxnLst/>
            <a:rect l="l" t="t" r="r" b="b"/>
            <a:pathLst>
              <a:path w="9539605" h="1370964">
                <a:moveTo>
                  <a:pt x="9159565" y="1370395"/>
                </a:moveTo>
                <a:lnTo>
                  <a:pt x="381000" y="1370395"/>
                </a:lnTo>
                <a:lnTo>
                  <a:pt x="333208" y="1367427"/>
                </a:lnTo>
                <a:lnTo>
                  <a:pt x="287187" y="1358759"/>
                </a:lnTo>
                <a:lnTo>
                  <a:pt x="243296" y="1344750"/>
                </a:lnTo>
                <a:lnTo>
                  <a:pt x="201889" y="1325755"/>
                </a:lnTo>
                <a:lnTo>
                  <a:pt x="163326" y="1302133"/>
                </a:lnTo>
                <a:lnTo>
                  <a:pt x="127962" y="1274239"/>
                </a:lnTo>
                <a:lnTo>
                  <a:pt x="96155" y="1242432"/>
                </a:lnTo>
                <a:lnTo>
                  <a:pt x="68262" y="1207069"/>
                </a:lnTo>
                <a:lnTo>
                  <a:pt x="44640" y="1168505"/>
                </a:lnTo>
                <a:lnTo>
                  <a:pt x="25645" y="1127099"/>
                </a:lnTo>
                <a:lnTo>
                  <a:pt x="11636" y="1083207"/>
                </a:lnTo>
                <a:lnTo>
                  <a:pt x="2968" y="1037187"/>
                </a:lnTo>
                <a:lnTo>
                  <a:pt x="0" y="989395"/>
                </a:lnTo>
                <a:lnTo>
                  <a:pt x="0" y="380999"/>
                </a:lnTo>
                <a:lnTo>
                  <a:pt x="2968" y="333208"/>
                </a:lnTo>
                <a:lnTo>
                  <a:pt x="11636" y="287187"/>
                </a:lnTo>
                <a:lnTo>
                  <a:pt x="25645" y="243296"/>
                </a:lnTo>
                <a:lnTo>
                  <a:pt x="44640" y="201889"/>
                </a:lnTo>
                <a:lnTo>
                  <a:pt x="68262" y="163326"/>
                </a:lnTo>
                <a:lnTo>
                  <a:pt x="96155" y="127962"/>
                </a:lnTo>
                <a:lnTo>
                  <a:pt x="127962" y="96155"/>
                </a:lnTo>
                <a:lnTo>
                  <a:pt x="163326" y="68262"/>
                </a:lnTo>
                <a:lnTo>
                  <a:pt x="201889" y="44640"/>
                </a:lnTo>
                <a:lnTo>
                  <a:pt x="243296" y="25645"/>
                </a:lnTo>
                <a:lnTo>
                  <a:pt x="287187" y="11636"/>
                </a:lnTo>
                <a:lnTo>
                  <a:pt x="333208" y="2968"/>
                </a:lnTo>
                <a:lnTo>
                  <a:pt x="381000" y="0"/>
                </a:lnTo>
                <a:lnTo>
                  <a:pt x="9159565" y="0"/>
                </a:lnTo>
                <a:lnTo>
                  <a:pt x="9207357" y="2968"/>
                </a:lnTo>
                <a:lnTo>
                  <a:pt x="9253377" y="11636"/>
                </a:lnTo>
                <a:lnTo>
                  <a:pt x="9297269" y="25645"/>
                </a:lnTo>
                <a:lnTo>
                  <a:pt x="9338675" y="44640"/>
                </a:lnTo>
                <a:lnTo>
                  <a:pt x="9377238" y="68262"/>
                </a:lnTo>
                <a:lnTo>
                  <a:pt x="9412602" y="96155"/>
                </a:lnTo>
                <a:lnTo>
                  <a:pt x="9444409" y="127962"/>
                </a:lnTo>
                <a:lnTo>
                  <a:pt x="9472302" y="163326"/>
                </a:lnTo>
                <a:lnTo>
                  <a:pt x="9495925" y="201889"/>
                </a:lnTo>
                <a:lnTo>
                  <a:pt x="9514919" y="243296"/>
                </a:lnTo>
                <a:lnTo>
                  <a:pt x="9528929" y="287187"/>
                </a:lnTo>
                <a:lnTo>
                  <a:pt x="9537596" y="333208"/>
                </a:lnTo>
                <a:lnTo>
                  <a:pt x="9539238" y="359634"/>
                </a:lnTo>
                <a:lnTo>
                  <a:pt x="9539238" y="1010760"/>
                </a:lnTo>
                <a:lnTo>
                  <a:pt x="9528929" y="1083207"/>
                </a:lnTo>
                <a:lnTo>
                  <a:pt x="9514919" y="1127099"/>
                </a:lnTo>
                <a:lnTo>
                  <a:pt x="9495925" y="1168505"/>
                </a:lnTo>
                <a:lnTo>
                  <a:pt x="9472302" y="1207069"/>
                </a:lnTo>
                <a:lnTo>
                  <a:pt x="9444409" y="1242432"/>
                </a:lnTo>
                <a:lnTo>
                  <a:pt x="9412602" y="1274239"/>
                </a:lnTo>
                <a:lnTo>
                  <a:pt x="9377238" y="1302133"/>
                </a:lnTo>
                <a:lnTo>
                  <a:pt x="9338675" y="1325755"/>
                </a:lnTo>
                <a:lnTo>
                  <a:pt x="9297269" y="1344750"/>
                </a:lnTo>
                <a:lnTo>
                  <a:pt x="9253377" y="1358759"/>
                </a:lnTo>
                <a:lnTo>
                  <a:pt x="9207357" y="1367427"/>
                </a:lnTo>
                <a:lnTo>
                  <a:pt x="9159565" y="1370395"/>
                </a:lnTo>
                <a:close/>
              </a:path>
            </a:pathLst>
          </a:custGeom>
          <a:solidFill>
            <a:srgbClr val="EF4F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6518414" y="979562"/>
            <a:ext cx="742950" cy="120014"/>
          </a:xfrm>
          <a:custGeom>
            <a:avLst/>
            <a:gdLst/>
            <a:ahLst/>
            <a:cxnLst/>
            <a:rect l="l" t="t" r="r" b="b"/>
            <a:pathLst>
              <a:path w="742950" h="120015">
                <a:moveTo>
                  <a:pt x="0" y="0"/>
                </a:moveTo>
                <a:lnTo>
                  <a:pt x="742462" y="0"/>
                </a:lnTo>
                <a:lnTo>
                  <a:pt x="742462" y="119432"/>
                </a:lnTo>
                <a:lnTo>
                  <a:pt x="0" y="119432"/>
                </a:lnTo>
                <a:lnTo>
                  <a:pt x="0" y="0"/>
                </a:lnTo>
                <a:close/>
              </a:path>
            </a:pathLst>
          </a:custGeom>
          <a:solidFill>
            <a:srgbClr val="010E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6518414" y="1219621"/>
            <a:ext cx="742950" cy="120014"/>
          </a:xfrm>
          <a:custGeom>
            <a:avLst/>
            <a:gdLst/>
            <a:ahLst/>
            <a:cxnLst/>
            <a:rect l="l" t="t" r="r" b="b"/>
            <a:pathLst>
              <a:path w="742950" h="120015">
                <a:moveTo>
                  <a:pt x="742462" y="119432"/>
                </a:moveTo>
                <a:lnTo>
                  <a:pt x="0" y="119432"/>
                </a:lnTo>
                <a:lnTo>
                  <a:pt x="0" y="0"/>
                </a:lnTo>
                <a:lnTo>
                  <a:pt x="742462" y="0"/>
                </a:lnTo>
                <a:lnTo>
                  <a:pt x="742462" y="119432"/>
                </a:lnTo>
                <a:close/>
              </a:path>
            </a:pathLst>
          </a:custGeom>
          <a:solidFill>
            <a:srgbClr val="010E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6518414" y="1460278"/>
            <a:ext cx="742950" cy="120014"/>
          </a:xfrm>
          <a:custGeom>
            <a:avLst/>
            <a:gdLst/>
            <a:ahLst/>
            <a:cxnLst/>
            <a:rect l="l" t="t" r="r" b="b"/>
            <a:pathLst>
              <a:path w="742950" h="120015">
                <a:moveTo>
                  <a:pt x="742462" y="119432"/>
                </a:moveTo>
                <a:lnTo>
                  <a:pt x="0" y="119432"/>
                </a:lnTo>
                <a:lnTo>
                  <a:pt x="0" y="0"/>
                </a:lnTo>
                <a:lnTo>
                  <a:pt x="742462" y="0"/>
                </a:lnTo>
                <a:lnTo>
                  <a:pt x="742462" y="119432"/>
                </a:lnTo>
                <a:close/>
              </a:path>
            </a:pathLst>
          </a:custGeom>
          <a:solidFill>
            <a:srgbClr val="010E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871113"/>
            <a:ext cx="1607185" cy="728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10E8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01168" y="2960071"/>
            <a:ext cx="7885663" cy="2352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1" i="0">
                <a:solidFill>
                  <a:srgbClr val="010E8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44127" y="8236272"/>
            <a:ext cx="7313930" cy="1022350"/>
            <a:chOff x="9944127" y="8236272"/>
            <a:chExt cx="7313930" cy="1022350"/>
          </a:xfrm>
        </p:grpSpPr>
        <p:sp>
          <p:nvSpPr>
            <p:cNvPr id="3" name="object 3"/>
            <p:cNvSpPr/>
            <p:nvPr/>
          </p:nvSpPr>
          <p:spPr>
            <a:xfrm>
              <a:off x="9944127" y="8236272"/>
              <a:ext cx="7313930" cy="1022350"/>
            </a:xfrm>
            <a:custGeom>
              <a:avLst/>
              <a:gdLst/>
              <a:ahLst/>
              <a:cxnLst/>
              <a:rect l="l" t="t" r="r" b="b"/>
              <a:pathLst>
                <a:path w="7313930" h="1022350">
                  <a:moveTo>
                    <a:pt x="6934170" y="1022027"/>
                  </a:moveTo>
                  <a:lnTo>
                    <a:pt x="381000" y="1022027"/>
                  </a:lnTo>
                  <a:lnTo>
                    <a:pt x="333208" y="1019058"/>
                  </a:lnTo>
                  <a:lnTo>
                    <a:pt x="287188" y="1010391"/>
                  </a:lnTo>
                  <a:lnTo>
                    <a:pt x="243296" y="996381"/>
                  </a:lnTo>
                  <a:lnTo>
                    <a:pt x="201890" y="977387"/>
                  </a:lnTo>
                  <a:lnTo>
                    <a:pt x="163326" y="953764"/>
                  </a:lnTo>
                  <a:lnTo>
                    <a:pt x="127962" y="925871"/>
                  </a:lnTo>
                  <a:lnTo>
                    <a:pt x="96155" y="894064"/>
                  </a:lnTo>
                  <a:lnTo>
                    <a:pt x="68262" y="858700"/>
                  </a:lnTo>
                  <a:lnTo>
                    <a:pt x="44640" y="820137"/>
                  </a:lnTo>
                  <a:lnTo>
                    <a:pt x="25645" y="778731"/>
                  </a:lnTo>
                  <a:lnTo>
                    <a:pt x="11636" y="734839"/>
                  </a:lnTo>
                  <a:lnTo>
                    <a:pt x="2968" y="688819"/>
                  </a:lnTo>
                  <a:lnTo>
                    <a:pt x="0" y="641027"/>
                  </a:lnTo>
                  <a:lnTo>
                    <a:pt x="0" y="381000"/>
                  </a:lnTo>
                  <a:lnTo>
                    <a:pt x="2968" y="333208"/>
                  </a:lnTo>
                  <a:lnTo>
                    <a:pt x="11636" y="287187"/>
                  </a:lnTo>
                  <a:lnTo>
                    <a:pt x="25645" y="243296"/>
                  </a:lnTo>
                  <a:lnTo>
                    <a:pt x="44640" y="201890"/>
                  </a:lnTo>
                  <a:lnTo>
                    <a:pt x="68262" y="163326"/>
                  </a:lnTo>
                  <a:lnTo>
                    <a:pt x="96155" y="127962"/>
                  </a:lnTo>
                  <a:lnTo>
                    <a:pt x="127962" y="96155"/>
                  </a:lnTo>
                  <a:lnTo>
                    <a:pt x="163326" y="68262"/>
                  </a:lnTo>
                  <a:lnTo>
                    <a:pt x="201890" y="44640"/>
                  </a:lnTo>
                  <a:lnTo>
                    <a:pt x="243296" y="25645"/>
                  </a:lnTo>
                  <a:lnTo>
                    <a:pt x="287188" y="11636"/>
                  </a:lnTo>
                  <a:lnTo>
                    <a:pt x="333208" y="2968"/>
                  </a:lnTo>
                  <a:lnTo>
                    <a:pt x="381000" y="0"/>
                  </a:lnTo>
                  <a:lnTo>
                    <a:pt x="6934170" y="0"/>
                  </a:lnTo>
                  <a:lnTo>
                    <a:pt x="6981962" y="2968"/>
                  </a:lnTo>
                  <a:lnTo>
                    <a:pt x="7027982" y="11636"/>
                  </a:lnTo>
                  <a:lnTo>
                    <a:pt x="7071874" y="25645"/>
                  </a:lnTo>
                  <a:lnTo>
                    <a:pt x="7113280" y="44640"/>
                  </a:lnTo>
                  <a:lnTo>
                    <a:pt x="7151844" y="68262"/>
                  </a:lnTo>
                  <a:lnTo>
                    <a:pt x="7187208" y="96155"/>
                  </a:lnTo>
                  <a:lnTo>
                    <a:pt x="7219015" y="127962"/>
                  </a:lnTo>
                  <a:lnTo>
                    <a:pt x="7246908" y="163326"/>
                  </a:lnTo>
                  <a:lnTo>
                    <a:pt x="7270530" y="201890"/>
                  </a:lnTo>
                  <a:lnTo>
                    <a:pt x="7289525" y="243296"/>
                  </a:lnTo>
                  <a:lnTo>
                    <a:pt x="7303534" y="287187"/>
                  </a:lnTo>
                  <a:lnTo>
                    <a:pt x="7312202" y="333208"/>
                  </a:lnTo>
                  <a:lnTo>
                    <a:pt x="7313881" y="360243"/>
                  </a:lnTo>
                  <a:lnTo>
                    <a:pt x="7313881" y="661784"/>
                  </a:lnTo>
                  <a:lnTo>
                    <a:pt x="7303534" y="734839"/>
                  </a:lnTo>
                  <a:lnTo>
                    <a:pt x="7289525" y="778731"/>
                  </a:lnTo>
                  <a:lnTo>
                    <a:pt x="7270530" y="820137"/>
                  </a:lnTo>
                  <a:lnTo>
                    <a:pt x="7246908" y="858700"/>
                  </a:lnTo>
                  <a:lnTo>
                    <a:pt x="7219015" y="894064"/>
                  </a:lnTo>
                  <a:lnTo>
                    <a:pt x="7187208" y="925871"/>
                  </a:lnTo>
                  <a:lnTo>
                    <a:pt x="7151844" y="953764"/>
                  </a:lnTo>
                  <a:lnTo>
                    <a:pt x="7113280" y="977387"/>
                  </a:lnTo>
                  <a:lnTo>
                    <a:pt x="7071874" y="996381"/>
                  </a:lnTo>
                  <a:lnTo>
                    <a:pt x="7027982" y="1010391"/>
                  </a:lnTo>
                  <a:lnTo>
                    <a:pt x="6981962" y="1019058"/>
                  </a:lnTo>
                  <a:lnTo>
                    <a:pt x="6934170" y="1022027"/>
                  </a:lnTo>
                  <a:close/>
                </a:path>
              </a:pathLst>
            </a:custGeom>
            <a:solidFill>
              <a:srgbClr val="EF4F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134628" y="8354537"/>
              <a:ext cx="781050" cy="781050"/>
            </a:xfrm>
            <a:custGeom>
              <a:avLst/>
              <a:gdLst/>
              <a:ahLst/>
              <a:cxnLst/>
              <a:rect l="l" t="t" r="r" b="b"/>
              <a:pathLst>
                <a:path w="781050" h="781050">
                  <a:moveTo>
                    <a:pt x="390524" y="781049"/>
                  </a:moveTo>
                  <a:lnTo>
                    <a:pt x="341581" y="778003"/>
                  </a:lnTo>
                  <a:lnTo>
                    <a:pt x="294439" y="769109"/>
                  </a:lnTo>
                  <a:lnTo>
                    <a:pt x="249468" y="754736"/>
                  </a:lnTo>
                  <a:lnTo>
                    <a:pt x="207034" y="735250"/>
                  </a:lnTo>
                  <a:lnTo>
                    <a:pt x="167505" y="711021"/>
                  </a:lnTo>
                  <a:lnTo>
                    <a:pt x="131249" y="682414"/>
                  </a:lnTo>
                  <a:lnTo>
                    <a:pt x="98634" y="649800"/>
                  </a:lnTo>
                  <a:lnTo>
                    <a:pt x="70028" y="613544"/>
                  </a:lnTo>
                  <a:lnTo>
                    <a:pt x="45799" y="574015"/>
                  </a:lnTo>
                  <a:lnTo>
                    <a:pt x="26313" y="531581"/>
                  </a:lnTo>
                  <a:lnTo>
                    <a:pt x="11940" y="486610"/>
                  </a:lnTo>
                  <a:lnTo>
                    <a:pt x="3046" y="439468"/>
                  </a:lnTo>
                  <a:lnTo>
                    <a:pt x="0" y="390524"/>
                  </a:lnTo>
                  <a:lnTo>
                    <a:pt x="3046" y="341581"/>
                  </a:lnTo>
                  <a:lnTo>
                    <a:pt x="11940" y="294439"/>
                  </a:lnTo>
                  <a:lnTo>
                    <a:pt x="26313" y="249468"/>
                  </a:lnTo>
                  <a:lnTo>
                    <a:pt x="45799" y="207034"/>
                  </a:lnTo>
                  <a:lnTo>
                    <a:pt x="70028" y="167505"/>
                  </a:lnTo>
                  <a:lnTo>
                    <a:pt x="98634" y="131249"/>
                  </a:lnTo>
                  <a:lnTo>
                    <a:pt x="131249" y="98634"/>
                  </a:lnTo>
                  <a:lnTo>
                    <a:pt x="167505" y="70028"/>
                  </a:lnTo>
                  <a:lnTo>
                    <a:pt x="207034" y="45799"/>
                  </a:lnTo>
                  <a:lnTo>
                    <a:pt x="249468" y="26313"/>
                  </a:lnTo>
                  <a:lnTo>
                    <a:pt x="294439" y="11940"/>
                  </a:lnTo>
                  <a:lnTo>
                    <a:pt x="341581" y="3046"/>
                  </a:lnTo>
                  <a:lnTo>
                    <a:pt x="390524" y="0"/>
                  </a:lnTo>
                  <a:lnTo>
                    <a:pt x="439468" y="3046"/>
                  </a:lnTo>
                  <a:lnTo>
                    <a:pt x="486610" y="11940"/>
                  </a:lnTo>
                  <a:lnTo>
                    <a:pt x="531581" y="26313"/>
                  </a:lnTo>
                  <a:lnTo>
                    <a:pt x="574015" y="45799"/>
                  </a:lnTo>
                  <a:lnTo>
                    <a:pt x="613544" y="70028"/>
                  </a:lnTo>
                  <a:lnTo>
                    <a:pt x="649800" y="98634"/>
                  </a:lnTo>
                  <a:lnTo>
                    <a:pt x="682414" y="131249"/>
                  </a:lnTo>
                  <a:lnTo>
                    <a:pt x="711021" y="167505"/>
                  </a:lnTo>
                  <a:lnTo>
                    <a:pt x="727209" y="193915"/>
                  </a:lnTo>
                  <a:lnTo>
                    <a:pt x="317806" y="193915"/>
                  </a:lnTo>
                  <a:lnTo>
                    <a:pt x="312419" y="199302"/>
                  </a:lnTo>
                  <a:lnTo>
                    <a:pt x="307033" y="203342"/>
                  </a:lnTo>
                  <a:lnTo>
                    <a:pt x="305686" y="212768"/>
                  </a:lnTo>
                  <a:lnTo>
                    <a:pt x="311073" y="218155"/>
                  </a:lnTo>
                  <a:lnTo>
                    <a:pt x="441697" y="377058"/>
                  </a:lnTo>
                  <a:lnTo>
                    <a:pt x="445484" y="383539"/>
                  </a:lnTo>
                  <a:lnTo>
                    <a:pt x="446747" y="390524"/>
                  </a:lnTo>
                  <a:lnTo>
                    <a:pt x="445484" y="397510"/>
                  </a:lnTo>
                  <a:lnTo>
                    <a:pt x="441697" y="403991"/>
                  </a:lnTo>
                  <a:lnTo>
                    <a:pt x="311073" y="564241"/>
                  </a:lnTo>
                  <a:lnTo>
                    <a:pt x="305686" y="569627"/>
                  </a:lnTo>
                  <a:lnTo>
                    <a:pt x="307033" y="577707"/>
                  </a:lnTo>
                  <a:lnTo>
                    <a:pt x="312420" y="583094"/>
                  </a:lnTo>
                  <a:lnTo>
                    <a:pt x="317806" y="585787"/>
                  </a:lnTo>
                  <a:lnTo>
                    <a:pt x="728035" y="585787"/>
                  </a:lnTo>
                  <a:lnTo>
                    <a:pt x="711021" y="613544"/>
                  </a:lnTo>
                  <a:lnTo>
                    <a:pt x="682414" y="649800"/>
                  </a:lnTo>
                  <a:lnTo>
                    <a:pt x="649800" y="682414"/>
                  </a:lnTo>
                  <a:lnTo>
                    <a:pt x="613544" y="711021"/>
                  </a:lnTo>
                  <a:lnTo>
                    <a:pt x="574015" y="735250"/>
                  </a:lnTo>
                  <a:lnTo>
                    <a:pt x="531581" y="754736"/>
                  </a:lnTo>
                  <a:lnTo>
                    <a:pt x="486610" y="769109"/>
                  </a:lnTo>
                  <a:lnTo>
                    <a:pt x="439468" y="778003"/>
                  </a:lnTo>
                  <a:lnTo>
                    <a:pt x="390524" y="781049"/>
                  </a:lnTo>
                  <a:close/>
                </a:path>
                <a:path w="781050" h="781050">
                  <a:moveTo>
                    <a:pt x="728035" y="585787"/>
                  </a:moveTo>
                  <a:lnTo>
                    <a:pt x="324539" y="585787"/>
                  </a:lnTo>
                  <a:lnTo>
                    <a:pt x="328579" y="583094"/>
                  </a:lnTo>
                  <a:lnTo>
                    <a:pt x="331272" y="580400"/>
                  </a:lnTo>
                  <a:lnTo>
                    <a:pt x="463243" y="421497"/>
                  </a:lnTo>
                  <a:lnTo>
                    <a:pt x="470797" y="406516"/>
                  </a:lnTo>
                  <a:lnTo>
                    <a:pt x="473174" y="390524"/>
                  </a:lnTo>
                  <a:lnTo>
                    <a:pt x="470250" y="374533"/>
                  </a:lnTo>
                  <a:lnTo>
                    <a:pt x="461896" y="359552"/>
                  </a:lnTo>
                  <a:lnTo>
                    <a:pt x="331272" y="200649"/>
                  </a:lnTo>
                  <a:lnTo>
                    <a:pt x="327232" y="195262"/>
                  </a:lnTo>
                  <a:lnTo>
                    <a:pt x="317806" y="193915"/>
                  </a:lnTo>
                  <a:lnTo>
                    <a:pt x="727209" y="193915"/>
                  </a:lnTo>
                  <a:lnTo>
                    <a:pt x="754736" y="249468"/>
                  </a:lnTo>
                  <a:lnTo>
                    <a:pt x="769109" y="294439"/>
                  </a:lnTo>
                  <a:lnTo>
                    <a:pt x="778003" y="341581"/>
                  </a:lnTo>
                  <a:lnTo>
                    <a:pt x="781049" y="390524"/>
                  </a:lnTo>
                  <a:lnTo>
                    <a:pt x="778003" y="439468"/>
                  </a:lnTo>
                  <a:lnTo>
                    <a:pt x="769109" y="486610"/>
                  </a:lnTo>
                  <a:lnTo>
                    <a:pt x="754736" y="531581"/>
                  </a:lnTo>
                  <a:lnTo>
                    <a:pt x="735250" y="574015"/>
                  </a:lnTo>
                  <a:lnTo>
                    <a:pt x="728035" y="5857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32839" y="2176994"/>
            <a:ext cx="4455160" cy="5486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176994"/>
            <a:ext cx="4455467" cy="515302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5176961" y="3795734"/>
            <a:ext cx="509270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b="1" spc="-140" dirty="0" smtClean="0">
                <a:solidFill>
                  <a:srgbClr val="010E8C"/>
                </a:solidFill>
                <a:latin typeface="Lucida Sans Unicode"/>
                <a:cs typeface="Lucida Sans Unicode"/>
              </a:rPr>
              <a:t>Project on</a:t>
            </a:r>
            <a:endParaRPr sz="4000" b="1" dirty="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76800" y="4248827"/>
            <a:ext cx="8201263" cy="2970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sz="9600" b="1" spc="225" dirty="0" smtClean="0">
                <a:solidFill>
                  <a:srgbClr val="010E8C"/>
                </a:solidFill>
                <a:latin typeface="Trebuchet MS"/>
                <a:cs typeface="Trebuchet MS"/>
              </a:rPr>
              <a:t>Supply Chain Analysis</a:t>
            </a:r>
            <a:endParaRPr sz="9600" dirty="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106179" y="8528433"/>
            <a:ext cx="5962621" cy="797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55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Next </a:t>
            </a:r>
            <a:r>
              <a:rPr sz="2550" dirty="0">
                <a:solidFill>
                  <a:srgbClr val="FFFFFF"/>
                </a:solidFill>
                <a:latin typeface="Lucida Sans Unicode"/>
                <a:cs typeface="Lucida Sans Unicode"/>
              </a:rPr>
              <a:t>Slide</a:t>
            </a:r>
            <a:r>
              <a:rPr sz="25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50" spc="-215" dirty="0">
                <a:solidFill>
                  <a:srgbClr val="FFFFFF"/>
                </a:solidFill>
                <a:latin typeface="Lucida Sans Unicode"/>
                <a:cs typeface="Lucida Sans Unicode"/>
              </a:rPr>
              <a:t>|</a:t>
            </a:r>
            <a:r>
              <a:rPr sz="255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en-US" sz="2550" dirty="0" smtClean="0">
                <a:solidFill>
                  <a:srgbClr val="FFFFFF"/>
                </a:solidFill>
                <a:latin typeface="Lucida Sans Unicode"/>
                <a:cs typeface="Lucida Sans Unicode"/>
              </a:rPr>
              <a:t>Supply Chain Analysis Presentation</a:t>
            </a:r>
            <a:endParaRPr sz="2550" dirty="0">
              <a:latin typeface="Lucida Sans Unicode"/>
              <a:cs typeface="Lucida Sans Unicode"/>
            </a:endParaRPr>
          </a:p>
        </p:txBody>
      </p:sp>
      <p:sp>
        <p:nvSpPr>
          <p:cNvPr id="10" name="object 5"/>
          <p:cNvSpPr txBox="1"/>
          <p:nvPr/>
        </p:nvSpPr>
        <p:spPr>
          <a:xfrm>
            <a:off x="5083717" y="1125460"/>
            <a:ext cx="80391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Home</a:t>
            </a:r>
            <a:endParaRPr sz="2050" b="1" dirty="0">
              <a:latin typeface="Lucida Sans Unicode"/>
              <a:cs typeface="Lucida Sans Unicode"/>
            </a:endParaRPr>
          </a:p>
        </p:txBody>
      </p:sp>
      <p:sp>
        <p:nvSpPr>
          <p:cNvPr id="11" name="object 6"/>
          <p:cNvSpPr txBox="1"/>
          <p:nvPr/>
        </p:nvSpPr>
        <p:spPr>
          <a:xfrm>
            <a:off x="7450233" y="1127673"/>
            <a:ext cx="843915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135" dirty="0">
                <a:solidFill>
                  <a:srgbClr val="FFFFFF"/>
                </a:solidFill>
                <a:latin typeface="Trebuchet MS"/>
                <a:cs typeface="Trebuchet MS"/>
              </a:rPr>
              <a:t>About</a:t>
            </a:r>
            <a:endParaRPr sz="2050" dirty="0">
              <a:latin typeface="Trebuchet MS"/>
              <a:cs typeface="Trebuchet MS"/>
            </a:endParaRPr>
          </a:p>
        </p:txBody>
      </p:sp>
      <p:sp>
        <p:nvSpPr>
          <p:cNvPr id="12" name="object 7"/>
          <p:cNvSpPr txBox="1"/>
          <p:nvPr/>
        </p:nvSpPr>
        <p:spPr>
          <a:xfrm>
            <a:off x="9880292" y="1127673"/>
            <a:ext cx="108077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Content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3" name="object 8"/>
          <p:cNvSpPr txBox="1"/>
          <p:nvPr/>
        </p:nvSpPr>
        <p:spPr>
          <a:xfrm>
            <a:off x="12227767" y="1125460"/>
            <a:ext cx="88900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Others</a:t>
            </a:r>
            <a:endParaRPr sz="20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700" y="2548138"/>
            <a:ext cx="5288280" cy="6710680"/>
          </a:xfrm>
          <a:custGeom>
            <a:avLst/>
            <a:gdLst/>
            <a:ahLst/>
            <a:cxnLst/>
            <a:rect l="l" t="t" r="r" b="b"/>
            <a:pathLst>
              <a:path w="5288280" h="6710680">
                <a:moveTo>
                  <a:pt x="4907284" y="6710160"/>
                </a:moveTo>
                <a:lnTo>
                  <a:pt x="380999" y="6710160"/>
                </a:lnTo>
                <a:lnTo>
                  <a:pt x="333208" y="6707191"/>
                </a:lnTo>
                <a:lnTo>
                  <a:pt x="287187" y="6698524"/>
                </a:lnTo>
                <a:lnTo>
                  <a:pt x="243296" y="6684514"/>
                </a:lnTo>
                <a:lnTo>
                  <a:pt x="201889" y="6665520"/>
                </a:lnTo>
                <a:lnTo>
                  <a:pt x="163326" y="6641898"/>
                </a:lnTo>
                <a:lnTo>
                  <a:pt x="127962" y="6614004"/>
                </a:lnTo>
                <a:lnTo>
                  <a:pt x="96155" y="6582197"/>
                </a:lnTo>
                <a:lnTo>
                  <a:pt x="68262" y="6546834"/>
                </a:lnTo>
                <a:lnTo>
                  <a:pt x="44640" y="6508270"/>
                </a:lnTo>
                <a:lnTo>
                  <a:pt x="25645" y="6466864"/>
                </a:lnTo>
                <a:lnTo>
                  <a:pt x="11636" y="6422973"/>
                </a:lnTo>
                <a:lnTo>
                  <a:pt x="2968" y="6376952"/>
                </a:lnTo>
                <a:lnTo>
                  <a:pt x="0" y="6329160"/>
                </a:lnTo>
                <a:lnTo>
                  <a:pt x="0" y="380999"/>
                </a:lnTo>
                <a:lnTo>
                  <a:pt x="2968" y="333208"/>
                </a:lnTo>
                <a:lnTo>
                  <a:pt x="11636" y="287187"/>
                </a:lnTo>
                <a:lnTo>
                  <a:pt x="25645" y="243296"/>
                </a:lnTo>
                <a:lnTo>
                  <a:pt x="44640" y="201889"/>
                </a:lnTo>
                <a:lnTo>
                  <a:pt x="68262" y="163326"/>
                </a:lnTo>
                <a:lnTo>
                  <a:pt x="96155" y="127962"/>
                </a:lnTo>
                <a:lnTo>
                  <a:pt x="127962" y="96155"/>
                </a:lnTo>
                <a:lnTo>
                  <a:pt x="163326" y="68262"/>
                </a:lnTo>
                <a:lnTo>
                  <a:pt x="201889" y="44640"/>
                </a:lnTo>
                <a:lnTo>
                  <a:pt x="243296" y="25645"/>
                </a:lnTo>
                <a:lnTo>
                  <a:pt x="287187" y="11636"/>
                </a:lnTo>
                <a:lnTo>
                  <a:pt x="333208" y="2968"/>
                </a:lnTo>
                <a:lnTo>
                  <a:pt x="380999" y="0"/>
                </a:lnTo>
                <a:lnTo>
                  <a:pt x="4907284" y="0"/>
                </a:lnTo>
                <a:lnTo>
                  <a:pt x="4955076" y="2968"/>
                </a:lnTo>
                <a:lnTo>
                  <a:pt x="5001096" y="11636"/>
                </a:lnTo>
                <a:lnTo>
                  <a:pt x="5044988" y="25645"/>
                </a:lnTo>
                <a:lnTo>
                  <a:pt x="5086394" y="44640"/>
                </a:lnTo>
                <a:lnTo>
                  <a:pt x="5124958" y="68262"/>
                </a:lnTo>
                <a:lnTo>
                  <a:pt x="5160321" y="96155"/>
                </a:lnTo>
                <a:lnTo>
                  <a:pt x="5192128" y="127962"/>
                </a:lnTo>
                <a:lnTo>
                  <a:pt x="5220022" y="163326"/>
                </a:lnTo>
                <a:lnTo>
                  <a:pt x="5243644" y="201889"/>
                </a:lnTo>
                <a:lnTo>
                  <a:pt x="5262638" y="243296"/>
                </a:lnTo>
                <a:lnTo>
                  <a:pt x="5276648" y="287187"/>
                </a:lnTo>
                <a:lnTo>
                  <a:pt x="5285315" y="333208"/>
                </a:lnTo>
                <a:lnTo>
                  <a:pt x="5288284" y="380999"/>
                </a:lnTo>
                <a:lnTo>
                  <a:pt x="5288284" y="6329160"/>
                </a:lnTo>
                <a:lnTo>
                  <a:pt x="5285315" y="6376952"/>
                </a:lnTo>
                <a:lnTo>
                  <a:pt x="5276648" y="6422973"/>
                </a:lnTo>
                <a:lnTo>
                  <a:pt x="5262638" y="6466864"/>
                </a:lnTo>
                <a:lnTo>
                  <a:pt x="5243644" y="6508270"/>
                </a:lnTo>
                <a:lnTo>
                  <a:pt x="5220022" y="6546834"/>
                </a:lnTo>
                <a:lnTo>
                  <a:pt x="5192128" y="6582197"/>
                </a:lnTo>
                <a:lnTo>
                  <a:pt x="5160321" y="6614004"/>
                </a:lnTo>
                <a:lnTo>
                  <a:pt x="5124958" y="6641898"/>
                </a:lnTo>
                <a:lnTo>
                  <a:pt x="5086394" y="6665520"/>
                </a:lnTo>
                <a:lnTo>
                  <a:pt x="5044988" y="6684514"/>
                </a:lnTo>
                <a:lnTo>
                  <a:pt x="5001096" y="6698524"/>
                </a:lnTo>
                <a:lnTo>
                  <a:pt x="4955076" y="6707191"/>
                </a:lnTo>
                <a:lnTo>
                  <a:pt x="4907284" y="6710160"/>
                </a:lnTo>
                <a:close/>
              </a:path>
            </a:pathLst>
          </a:custGeom>
          <a:solidFill>
            <a:srgbClr val="EF4F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918557" y="2548139"/>
            <a:ext cx="10340975" cy="6710680"/>
          </a:xfrm>
          <a:custGeom>
            <a:avLst/>
            <a:gdLst/>
            <a:ahLst/>
            <a:cxnLst/>
            <a:rect l="l" t="t" r="r" b="b"/>
            <a:pathLst>
              <a:path w="10340975" h="6710680">
                <a:moveTo>
                  <a:pt x="9959742" y="6710160"/>
                </a:moveTo>
                <a:lnTo>
                  <a:pt x="380999" y="6710160"/>
                </a:lnTo>
                <a:lnTo>
                  <a:pt x="333208" y="6707192"/>
                </a:lnTo>
                <a:lnTo>
                  <a:pt x="287187" y="6698524"/>
                </a:lnTo>
                <a:lnTo>
                  <a:pt x="243296" y="6684515"/>
                </a:lnTo>
                <a:lnTo>
                  <a:pt x="201889" y="6665520"/>
                </a:lnTo>
                <a:lnTo>
                  <a:pt x="163326" y="6641898"/>
                </a:lnTo>
                <a:lnTo>
                  <a:pt x="127962" y="6614004"/>
                </a:lnTo>
                <a:lnTo>
                  <a:pt x="96155" y="6582197"/>
                </a:lnTo>
                <a:lnTo>
                  <a:pt x="68262" y="6546834"/>
                </a:lnTo>
                <a:lnTo>
                  <a:pt x="44640" y="6508270"/>
                </a:lnTo>
                <a:lnTo>
                  <a:pt x="25645" y="6466864"/>
                </a:lnTo>
                <a:lnTo>
                  <a:pt x="11636" y="6422972"/>
                </a:lnTo>
                <a:lnTo>
                  <a:pt x="2968" y="6376952"/>
                </a:lnTo>
                <a:lnTo>
                  <a:pt x="0" y="6329160"/>
                </a:lnTo>
                <a:lnTo>
                  <a:pt x="0" y="380999"/>
                </a:lnTo>
                <a:lnTo>
                  <a:pt x="2968" y="333208"/>
                </a:lnTo>
                <a:lnTo>
                  <a:pt x="11636" y="287187"/>
                </a:lnTo>
                <a:lnTo>
                  <a:pt x="25645" y="243296"/>
                </a:lnTo>
                <a:lnTo>
                  <a:pt x="44640" y="201889"/>
                </a:lnTo>
                <a:lnTo>
                  <a:pt x="68262" y="163326"/>
                </a:lnTo>
                <a:lnTo>
                  <a:pt x="96155" y="127962"/>
                </a:lnTo>
                <a:lnTo>
                  <a:pt x="127962" y="96155"/>
                </a:lnTo>
                <a:lnTo>
                  <a:pt x="163326" y="68262"/>
                </a:lnTo>
                <a:lnTo>
                  <a:pt x="201889" y="44640"/>
                </a:lnTo>
                <a:lnTo>
                  <a:pt x="243296" y="25645"/>
                </a:lnTo>
                <a:lnTo>
                  <a:pt x="287187" y="11636"/>
                </a:lnTo>
                <a:lnTo>
                  <a:pt x="333208" y="2968"/>
                </a:lnTo>
                <a:lnTo>
                  <a:pt x="380999" y="0"/>
                </a:lnTo>
                <a:lnTo>
                  <a:pt x="9959742" y="0"/>
                </a:lnTo>
                <a:lnTo>
                  <a:pt x="10007533" y="2968"/>
                </a:lnTo>
                <a:lnTo>
                  <a:pt x="10053553" y="11636"/>
                </a:lnTo>
                <a:lnTo>
                  <a:pt x="10097445" y="25645"/>
                </a:lnTo>
                <a:lnTo>
                  <a:pt x="10138851" y="44640"/>
                </a:lnTo>
                <a:lnTo>
                  <a:pt x="10177415" y="68262"/>
                </a:lnTo>
                <a:lnTo>
                  <a:pt x="10212778" y="96155"/>
                </a:lnTo>
                <a:lnTo>
                  <a:pt x="10244586" y="127962"/>
                </a:lnTo>
                <a:lnTo>
                  <a:pt x="10272479" y="163326"/>
                </a:lnTo>
                <a:lnTo>
                  <a:pt x="10296101" y="201889"/>
                </a:lnTo>
                <a:lnTo>
                  <a:pt x="10315096" y="243296"/>
                </a:lnTo>
                <a:lnTo>
                  <a:pt x="10329105" y="287187"/>
                </a:lnTo>
                <a:lnTo>
                  <a:pt x="10337773" y="333208"/>
                </a:lnTo>
                <a:lnTo>
                  <a:pt x="10340742" y="380999"/>
                </a:lnTo>
                <a:lnTo>
                  <a:pt x="10340742" y="6329160"/>
                </a:lnTo>
                <a:lnTo>
                  <a:pt x="10337773" y="6376952"/>
                </a:lnTo>
                <a:lnTo>
                  <a:pt x="10329105" y="6422972"/>
                </a:lnTo>
                <a:lnTo>
                  <a:pt x="10315096" y="6466864"/>
                </a:lnTo>
                <a:lnTo>
                  <a:pt x="10296101" y="6508270"/>
                </a:lnTo>
                <a:lnTo>
                  <a:pt x="10272479" y="6546834"/>
                </a:lnTo>
                <a:lnTo>
                  <a:pt x="10244586" y="6582197"/>
                </a:lnTo>
                <a:lnTo>
                  <a:pt x="10212778" y="6614004"/>
                </a:lnTo>
                <a:lnTo>
                  <a:pt x="10177415" y="6641898"/>
                </a:lnTo>
                <a:lnTo>
                  <a:pt x="10138851" y="6665520"/>
                </a:lnTo>
                <a:lnTo>
                  <a:pt x="10097445" y="6684515"/>
                </a:lnTo>
                <a:lnTo>
                  <a:pt x="10053553" y="6698524"/>
                </a:lnTo>
                <a:lnTo>
                  <a:pt x="10007533" y="6707192"/>
                </a:lnTo>
                <a:lnTo>
                  <a:pt x="9959742" y="6710160"/>
                </a:lnTo>
                <a:close/>
              </a:path>
            </a:pathLst>
          </a:custGeom>
          <a:solidFill>
            <a:srgbClr val="010E8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991" y="2987036"/>
            <a:ext cx="4810124" cy="58292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083717" y="1125460"/>
            <a:ext cx="80391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Home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50233" y="1127673"/>
            <a:ext cx="843915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spc="135" dirty="0">
                <a:solidFill>
                  <a:srgbClr val="FFFFFF"/>
                </a:solidFill>
                <a:latin typeface="Trebuchet MS"/>
                <a:cs typeface="Trebuchet MS"/>
              </a:rPr>
              <a:t>About</a:t>
            </a:r>
            <a:endParaRPr sz="205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80292" y="1127673"/>
            <a:ext cx="108077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Content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27767" y="1125460"/>
            <a:ext cx="88900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Others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59398" y="3405207"/>
            <a:ext cx="7967980" cy="4387740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12700" marR="5080">
              <a:spcBef>
                <a:spcPts val="1255"/>
              </a:spcBef>
            </a:pPr>
            <a:r>
              <a:rPr lang="en-US" sz="2300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This dataset </a:t>
            </a:r>
            <a:r>
              <a:rPr lang="en-US" sz="2300" dirty="0">
                <a:solidFill>
                  <a:schemeClr val="bg1"/>
                </a:solidFill>
                <a:latin typeface="Lucida Sans Unicode"/>
                <a:cs typeface="Lucida Sans Unicode"/>
              </a:rPr>
              <a:t>c</a:t>
            </a:r>
            <a:r>
              <a:rPr lang="en-US" sz="2300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omes from a Fashion and Beauty startup and reflects the complete supply chain operation of makeup products. It includes detailed information from suppliers to end customers- covering everything from manufacturing and stock management to shipping and customer data.</a:t>
            </a:r>
          </a:p>
          <a:p>
            <a:pPr marL="12700" marR="5080">
              <a:spcBef>
                <a:spcPts val="1255"/>
              </a:spcBef>
            </a:pPr>
            <a:r>
              <a:rPr lang="en-US" sz="2300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By analyzing this dataset, we can explore trends in product sales, detect supply chain bottlenecks, evaluate supplier performance, and optimize shipping strategies.</a:t>
            </a:r>
          </a:p>
          <a:p>
            <a:pPr marL="355600" marR="5080" indent="-342900">
              <a:spcBef>
                <a:spcPts val="1255"/>
              </a:spcBef>
              <a:buFont typeface="Wingdings" panose="05000000000000000000" pitchFamily="2" charset="2"/>
              <a:buChar char="Ø"/>
            </a:pPr>
            <a:r>
              <a:rPr lang="en-US" sz="2300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Dataset Source: kaggle.com</a:t>
            </a:r>
            <a:endParaRPr sz="2300" dirty="0">
              <a:solidFill>
                <a:schemeClr val="bg1"/>
              </a:solidFill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878176" y="7919603"/>
            <a:ext cx="781050" cy="781050"/>
          </a:xfrm>
          <a:custGeom>
            <a:avLst/>
            <a:gdLst/>
            <a:ahLst/>
            <a:cxnLst/>
            <a:rect l="l" t="t" r="r" b="b"/>
            <a:pathLst>
              <a:path w="781050" h="781050">
                <a:moveTo>
                  <a:pt x="390524" y="781049"/>
                </a:moveTo>
                <a:lnTo>
                  <a:pt x="341581" y="778003"/>
                </a:lnTo>
                <a:lnTo>
                  <a:pt x="294439" y="769109"/>
                </a:lnTo>
                <a:lnTo>
                  <a:pt x="249468" y="754736"/>
                </a:lnTo>
                <a:lnTo>
                  <a:pt x="207034" y="735250"/>
                </a:lnTo>
                <a:lnTo>
                  <a:pt x="167505" y="711021"/>
                </a:lnTo>
                <a:lnTo>
                  <a:pt x="131249" y="682414"/>
                </a:lnTo>
                <a:lnTo>
                  <a:pt x="98634" y="649800"/>
                </a:lnTo>
                <a:lnTo>
                  <a:pt x="70028" y="613544"/>
                </a:lnTo>
                <a:lnTo>
                  <a:pt x="45799" y="574015"/>
                </a:lnTo>
                <a:lnTo>
                  <a:pt x="26313" y="531581"/>
                </a:lnTo>
                <a:lnTo>
                  <a:pt x="11940" y="486610"/>
                </a:lnTo>
                <a:lnTo>
                  <a:pt x="3046" y="439468"/>
                </a:lnTo>
                <a:lnTo>
                  <a:pt x="0" y="390524"/>
                </a:lnTo>
                <a:lnTo>
                  <a:pt x="3046" y="341581"/>
                </a:lnTo>
                <a:lnTo>
                  <a:pt x="11940" y="294439"/>
                </a:lnTo>
                <a:lnTo>
                  <a:pt x="26313" y="249468"/>
                </a:lnTo>
                <a:lnTo>
                  <a:pt x="45799" y="207034"/>
                </a:lnTo>
                <a:lnTo>
                  <a:pt x="70028" y="167505"/>
                </a:lnTo>
                <a:lnTo>
                  <a:pt x="98634" y="131249"/>
                </a:lnTo>
                <a:lnTo>
                  <a:pt x="131249" y="98634"/>
                </a:lnTo>
                <a:lnTo>
                  <a:pt x="167505" y="70028"/>
                </a:lnTo>
                <a:lnTo>
                  <a:pt x="207034" y="45799"/>
                </a:lnTo>
                <a:lnTo>
                  <a:pt x="249468" y="26313"/>
                </a:lnTo>
                <a:lnTo>
                  <a:pt x="294439" y="11940"/>
                </a:lnTo>
                <a:lnTo>
                  <a:pt x="341581" y="3046"/>
                </a:lnTo>
                <a:lnTo>
                  <a:pt x="390524" y="0"/>
                </a:lnTo>
                <a:lnTo>
                  <a:pt x="439468" y="3046"/>
                </a:lnTo>
                <a:lnTo>
                  <a:pt x="486610" y="11940"/>
                </a:lnTo>
                <a:lnTo>
                  <a:pt x="531581" y="26313"/>
                </a:lnTo>
                <a:lnTo>
                  <a:pt x="574015" y="45799"/>
                </a:lnTo>
                <a:lnTo>
                  <a:pt x="613544" y="70028"/>
                </a:lnTo>
                <a:lnTo>
                  <a:pt x="649800" y="98634"/>
                </a:lnTo>
                <a:lnTo>
                  <a:pt x="682414" y="131249"/>
                </a:lnTo>
                <a:lnTo>
                  <a:pt x="711021" y="167505"/>
                </a:lnTo>
                <a:lnTo>
                  <a:pt x="727209" y="193915"/>
                </a:lnTo>
                <a:lnTo>
                  <a:pt x="317806" y="193915"/>
                </a:lnTo>
                <a:lnTo>
                  <a:pt x="312419" y="199302"/>
                </a:lnTo>
                <a:lnTo>
                  <a:pt x="307033" y="203342"/>
                </a:lnTo>
                <a:lnTo>
                  <a:pt x="305686" y="212768"/>
                </a:lnTo>
                <a:lnTo>
                  <a:pt x="311073" y="218155"/>
                </a:lnTo>
                <a:lnTo>
                  <a:pt x="441697" y="377058"/>
                </a:lnTo>
                <a:lnTo>
                  <a:pt x="445484" y="383539"/>
                </a:lnTo>
                <a:lnTo>
                  <a:pt x="446747" y="390524"/>
                </a:lnTo>
                <a:lnTo>
                  <a:pt x="445484" y="397510"/>
                </a:lnTo>
                <a:lnTo>
                  <a:pt x="441697" y="403991"/>
                </a:lnTo>
                <a:lnTo>
                  <a:pt x="311073" y="564241"/>
                </a:lnTo>
                <a:lnTo>
                  <a:pt x="305686" y="569627"/>
                </a:lnTo>
                <a:lnTo>
                  <a:pt x="307033" y="577707"/>
                </a:lnTo>
                <a:lnTo>
                  <a:pt x="312420" y="583094"/>
                </a:lnTo>
                <a:lnTo>
                  <a:pt x="317806" y="585787"/>
                </a:lnTo>
                <a:lnTo>
                  <a:pt x="728035" y="585787"/>
                </a:lnTo>
                <a:lnTo>
                  <a:pt x="711021" y="613544"/>
                </a:lnTo>
                <a:lnTo>
                  <a:pt x="682414" y="649800"/>
                </a:lnTo>
                <a:lnTo>
                  <a:pt x="649800" y="682414"/>
                </a:lnTo>
                <a:lnTo>
                  <a:pt x="613544" y="711021"/>
                </a:lnTo>
                <a:lnTo>
                  <a:pt x="574015" y="735250"/>
                </a:lnTo>
                <a:lnTo>
                  <a:pt x="531581" y="754736"/>
                </a:lnTo>
                <a:lnTo>
                  <a:pt x="486610" y="769109"/>
                </a:lnTo>
                <a:lnTo>
                  <a:pt x="439468" y="778003"/>
                </a:lnTo>
                <a:lnTo>
                  <a:pt x="390524" y="781049"/>
                </a:lnTo>
                <a:close/>
              </a:path>
              <a:path w="781050" h="781050">
                <a:moveTo>
                  <a:pt x="728035" y="585787"/>
                </a:moveTo>
                <a:lnTo>
                  <a:pt x="324539" y="585787"/>
                </a:lnTo>
                <a:lnTo>
                  <a:pt x="328579" y="583094"/>
                </a:lnTo>
                <a:lnTo>
                  <a:pt x="331272" y="580400"/>
                </a:lnTo>
                <a:lnTo>
                  <a:pt x="463243" y="421497"/>
                </a:lnTo>
                <a:lnTo>
                  <a:pt x="470797" y="406516"/>
                </a:lnTo>
                <a:lnTo>
                  <a:pt x="473174" y="390524"/>
                </a:lnTo>
                <a:lnTo>
                  <a:pt x="470250" y="374533"/>
                </a:lnTo>
                <a:lnTo>
                  <a:pt x="461896" y="359552"/>
                </a:lnTo>
                <a:lnTo>
                  <a:pt x="331272" y="200649"/>
                </a:lnTo>
                <a:lnTo>
                  <a:pt x="327232" y="195262"/>
                </a:lnTo>
                <a:lnTo>
                  <a:pt x="317806" y="193915"/>
                </a:lnTo>
                <a:lnTo>
                  <a:pt x="727209" y="193915"/>
                </a:lnTo>
                <a:lnTo>
                  <a:pt x="754736" y="249468"/>
                </a:lnTo>
                <a:lnTo>
                  <a:pt x="769109" y="294439"/>
                </a:lnTo>
                <a:lnTo>
                  <a:pt x="778003" y="341581"/>
                </a:lnTo>
                <a:lnTo>
                  <a:pt x="781049" y="390524"/>
                </a:lnTo>
                <a:lnTo>
                  <a:pt x="778003" y="439468"/>
                </a:lnTo>
                <a:lnTo>
                  <a:pt x="769109" y="486610"/>
                </a:lnTo>
                <a:lnTo>
                  <a:pt x="754736" y="531581"/>
                </a:lnTo>
                <a:lnTo>
                  <a:pt x="735250" y="574015"/>
                </a:lnTo>
                <a:lnTo>
                  <a:pt x="728035" y="5857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8699" y="1463916"/>
            <a:ext cx="16225519" cy="8327784"/>
            <a:chOff x="1028699" y="1790700"/>
            <a:chExt cx="16225519" cy="7468119"/>
          </a:xfrm>
        </p:grpSpPr>
        <p:sp>
          <p:nvSpPr>
            <p:cNvPr id="3" name="object 3"/>
            <p:cNvSpPr/>
            <p:nvPr/>
          </p:nvSpPr>
          <p:spPr>
            <a:xfrm>
              <a:off x="1028699" y="2548139"/>
              <a:ext cx="16225519" cy="6710680"/>
            </a:xfrm>
            <a:custGeom>
              <a:avLst/>
              <a:gdLst/>
              <a:ahLst/>
              <a:cxnLst/>
              <a:rect l="l" t="t" r="r" b="b"/>
              <a:pathLst>
                <a:path w="16225519" h="6710680">
                  <a:moveTo>
                    <a:pt x="15849598" y="6710160"/>
                  </a:moveTo>
                  <a:lnTo>
                    <a:pt x="380999" y="6710160"/>
                  </a:lnTo>
                  <a:lnTo>
                    <a:pt x="333208" y="6707192"/>
                  </a:lnTo>
                  <a:lnTo>
                    <a:pt x="287187" y="6698524"/>
                  </a:lnTo>
                  <a:lnTo>
                    <a:pt x="243296" y="6684514"/>
                  </a:lnTo>
                  <a:lnTo>
                    <a:pt x="201890" y="6665520"/>
                  </a:lnTo>
                  <a:lnTo>
                    <a:pt x="163326" y="6641898"/>
                  </a:lnTo>
                  <a:lnTo>
                    <a:pt x="127962" y="6614004"/>
                  </a:lnTo>
                  <a:lnTo>
                    <a:pt x="96155" y="6582197"/>
                  </a:lnTo>
                  <a:lnTo>
                    <a:pt x="68262" y="6546834"/>
                  </a:lnTo>
                  <a:lnTo>
                    <a:pt x="44640" y="6508270"/>
                  </a:lnTo>
                  <a:lnTo>
                    <a:pt x="25645" y="6466864"/>
                  </a:lnTo>
                  <a:lnTo>
                    <a:pt x="11636" y="6422972"/>
                  </a:lnTo>
                  <a:lnTo>
                    <a:pt x="2968" y="6376952"/>
                  </a:lnTo>
                  <a:lnTo>
                    <a:pt x="0" y="6329160"/>
                  </a:lnTo>
                  <a:lnTo>
                    <a:pt x="0" y="381000"/>
                  </a:lnTo>
                  <a:lnTo>
                    <a:pt x="2968" y="333208"/>
                  </a:lnTo>
                  <a:lnTo>
                    <a:pt x="11636" y="287187"/>
                  </a:lnTo>
                  <a:lnTo>
                    <a:pt x="25645" y="243296"/>
                  </a:lnTo>
                  <a:lnTo>
                    <a:pt x="44640" y="201890"/>
                  </a:lnTo>
                  <a:lnTo>
                    <a:pt x="68262" y="163326"/>
                  </a:lnTo>
                  <a:lnTo>
                    <a:pt x="96155" y="127962"/>
                  </a:lnTo>
                  <a:lnTo>
                    <a:pt x="127962" y="96155"/>
                  </a:lnTo>
                  <a:lnTo>
                    <a:pt x="163326" y="68262"/>
                  </a:lnTo>
                  <a:lnTo>
                    <a:pt x="201890" y="44640"/>
                  </a:lnTo>
                  <a:lnTo>
                    <a:pt x="243296" y="25645"/>
                  </a:lnTo>
                  <a:lnTo>
                    <a:pt x="287187" y="11636"/>
                  </a:lnTo>
                  <a:lnTo>
                    <a:pt x="333208" y="2968"/>
                  </a:lnTo>
                  <a:lnTo>
                    <a:pt x="380999" y="0"/>
                  </a:lnTo>
                  <a:lnTo>
                    <a:pt x="15849598" y="0"/>
                  </a:lnTo>
                  <a:lnTo>
                    <a:pt x="15897390" y="2968"/>
                  </a:lnTo>
                  <a:lnTo>
                    <a:pt x="15943410" y="11636"/>
                  </a:lnTo>
                  <a:lnTo>
                    <a:pt x="15987302" y="25645"/>
                  </a:lnTo>
                  <a:lnTo>
                    <a:pt x="16028708" y="44640"/>
                  </a:lnTo>
                  <a:lnTo>
                    <a:pt x="16067272" y="68262"/>
                  </a:lnTo>
                  <a:lnTo>
                    <a:pt x="16102636" y="96155"/>
                  </a:lnTo>
                  <a:lnTo>
                    <a:pt x="16134443" y="127962"/>
                  </a:lnTo>
                  <a:lnTo>
                    <a:pt x="16162336" y="163326"/>
                  </a:lnTo>
                  <a:lnTo>
                    <a:pt x="16185958" y="201890"/>
                  </a:lnTo>
                  <a:lnTo>
                    <a:pt x="16204953" y="243296"/>
                  </a:lnTo>
                  <a:lnTo>
                    <a:pt x="16218962" y="287187"/>
                  </a:lnTo>
                  <a:lnTo>
                    <a:pt x="16224958" y="319023"/>
                  </a:lnTo>
                  <a:lnTo>
                    <a:pt x="16224958" y="6391137"/>
                  </a:lnTo>
                  <a:lnTo>
                    <a:pt x="16204953" y="6466864"/>
                  </a:lnTo>
                  <a:lnTo>
                    <a:pt x="16185958" y="6508270"/>
                  </a:lnTo>
                  <a:lnTo>
                    <a:pt x="16162336" y="6546834"/>
                  </a:lnTo>
                  <a:lnTo>
                    <a:pt x="16134443" y="6582197"/>
                  </a:lnTo>
                  <a:lnTo>
                    <a:pt x="16102636" y="6614004"/>
                  </a:lnTo>
                  <a:lnTo>
                    <a:pt x="16067272" y="6641898"/>
                  </a:lnTo>
                  <a:lnTo>
                    <a:pt x="16028708" y="6665520"/>
                  </a:lnTo>
                  <a:lnTo>
                    <a:pt x="15987302" y="6684514"/>
                  </a:lnTo>
                  <a:lnTo>
                    <a:pt x="15943410" y="6698524"/>
                  </a:lnTo>
                  <a:lnTo>
                    <a:pt x="15897390" y="6707192"/>
                  </a:lnTo>
                  <a:lnTo>
                    <a:pt x="15849598" y="6710160"/>
                  </a:lnTo>
                  <a:close/>
                </a:path>
              </a:pathLst>
            </a:custGeom>
            <a:solidFill>
              <a:srgbClr val="010E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76936" y="3088424"/>
              <a:ext cx="7341870" cy="5629910"/>
            </a:xfrm>
            <a:custGeom>
              <a:avLst/>
              <a:gdLst/>
              <a:ahLst/>
              <a:cxnLst/>
              <a:rect l="l" t="t" r="r" b="b"/>
              <a:pathLst>
                <a:path w="7341869" h="5629909">
                  <a:moveTo>
                    <a:pt x="6960504" y="5629590"/>
                  </a:moveTo>
                  <a:lnTo>
                    <a:pt x="380999" y="5629590"/>
                  </a:lnTo>
                  <a:lnTo>
                    <a:pt x="333208" y="5626622"/>
                  </a:lnTo>
                  <a:lnTo>
                    <a:pt x="287187" y="5617954"/>
                  </a:lnTo>
                  <a:lnTo>
                    <a:pt x="243296" y="5603945"/>
                  </a:lnTo>
                  <a:lnTo>
                    <a:pt x="201889" y="5584950"/>
                  </a:lnTo>
                  <a:lnTo>
                    <a:pt x="163326" y="5561328"/>
                  </a:lnTo>
                  <a:lnTo>
                    <a:pt x="127962" y="5533435"/>
                  </a:lnTo>
                  <a:lnTo>
                    <a:pt x="96155" y="5501628"/>
                  </a:lnTo>
                  <a:lnTo>
                    <a:pt x="68262" y="5466264"/>
                  </a:lnTo>
                  <a:lnTo>
                    <a:pt x="44640" y="5427700"/>
                  </a:lnTo>
                  <a:lnTo>
                    <a:pt x="25645" y="5386294"/>
                  </a:lnTo>
                  <a:lnTo>
                    <a:pt x="11636" y="5342402"/>
                  </a:lnTo>
                  <a:lnTo>
                    <a:pt x="2968" y="5296382"/>
                  </a:lnTo>
                  <a:lnTo>
                    <a:pt x="0" y="5248590"/>
                  </a:lnTo>
                  <a:lnTo>
                    <a:pt x="0" y="380999"/>
                  </a:lnTo>
                  <a:lnTo>
                    <a:pt x="2968" y="333208"/>
                  </a:lnTo>
                  <a:lnTo>
                    <a:pt x="11636" y="287187"/>
                  </a:lnTo>
                  <a:lnTo>
                    <a:pt x="25645" y="243296"/>
                  </a:lnTo>
                  <a:lnTo>
                    <a:pt x="44640" y="201889"/>
                  </a:lnTo>
                  <a:lnTo>
                    <a:pt x="68262" y="163326"/>
                  </a:lnTo>
                  <a:lnTo>
                    <a:pt x="96155" y="127962"/>
                  </a:lnTo>
                  <a:lnTo>
                    <a:pt x="127962" y="96155"/>
                  </a:lnTo>
                  <a:lnTo>
                    <a:pt x="163326" y="68262"/>
                  </a:lnTo>
                  <a:lnTo>
                    <a:pt x="201889" y="44640"/>
                  </a:lnTo>
                  <a:lnTo>
                    <a:pt x="243296" y="25645"/>
                  </a:lnTo>
                  <a:lnTo>
                    <a:pt x="287187" y="11636"/>
                  </a:lnTo>
                  <a:lnTo>
                    <a:pt x="333208" y="2968"/>
                  </a:lnTo>
                  <a:lnTo>
                    <a:pt x="380999" y="0"/>
                  </a:lnTo>
                  <a:lnTo>
                    <a:pt x="6960504" y="0"/>
                  </a:lnTo>
                  <a:lnTo>
                    <a:pt x="7008295" y="2968"/>
                  </a:lnTo>
                  <a:lnTo>
                    <a:pt x="7054315" y="11636"/>
                  </a:lnTo>
                  <a:lnTo>
                    <a:pt x="7098207" y="25645"/>
                  </a:lnTo>
                  <a:lnTo>
                    <a:pt x="7139613" y="44640"/>
                  </a:lnTo>
                  <a:lnTo>
                    <a:pt x="7178177" y="68262"/>
                  </a:lnTo>
                  <a:lnTo>
                    <a:pt x="7213541" y="96155"/>
                  </a:lnTo>
                  <a:lnTo>
                    <a:pt x="7245348" y="127962"/>
                  </a:lnTo>
                  <a:lnTo>
                    <a:pt x="7273241" y="163326"/>
                  </a:lnTo>
                  <a:lnTo>
                    <a:pt x="7296863" y="201889"/>
                  </a:lnTo>
                  <a:lnTo>
                    <a:pt x="7315858" y="243296"/>
                  </a:lnTo>
                  <a:lnTo>
                    <a:pt x="7329868" y="287187"/>
                  </a:lnTo>
                  <a:lnTo>
                    <a:pt x="7338535" y="333208"/>
                  </a:lnTo>
                  <a:lnTo>
                    <a:pt x="7341504" y="380999"/>
                  </a:lnTo>
                  <a:lnTo>
                    <a:pt x="7341504" y="5248590"/>
                  </a:lnTo>
                  <a:lnTo>
                    <a:pt x="7338535" y="5296382"/>
                  </a:lnTo>
                  <a:lnTo>
                    <a:pt x="7329868" y="5342402"/>
                  </a:lnTo>
                  <a:lnTo>
                    <a:pt x="7315858" y="5386294"/>
                  </a:lnTo>
                  <a:lnTo>
                    <a:pt x="7296863" y="5427700"/>
                  </a:lnTo>
                  <a:lnTo>
                    <a:pt x="7273241" y="5466264"/>
                  </a:lnTo>
                  <a:lnTo>
                    <a:pt x="7245348" y="5501628"/>
                  </a:lnTo>
                  <a:lnTo>
                    <a:pt x="7213541" y="5533435"/>
                  </a:lnTo>
                  <a:lnTo>
                    <a:pt x="7178177" y="5561328"/>
                  </a:lnTo>
                  <a:lnTo>
                    <a:pt x="7139613" y="5584950"/>
                  </a:lnTo>
                  <a:lnTo>
                    <a:pt x="7098207" y="5603945"/>
                  </a:lnTo>
                  <a:lnTo>
                    <a:pt x="7054315" y="5617954"/>
                  </a:lnTo>
                  <a:lnTo>
                    <a:pt x="7008295" y="5626622"/>
                  </a:lnTo>
                  <a:lnTo>
                    <a:pt x="6960504" y="5629590"/>
                  </a:lnTo>
                  <a:close/>
                </a:path>
              </a:pathLst>
            </a:custGeom>
            <a:solidFill>
              <a:srgbClr val="EF4F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3144" y="1790700"/>
              <a:ext cx="8601074" cy="722947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083717" y="1125460"/>
            <a:ext cx="80391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Home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68241" y="1127673"/>
            <a:ext cx="80772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About</a:t>
            </a:r>
            <a:endParaRPr sz="2050" dirty="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62730" y="1127673"/>
            <a:ext cx="111633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spc="114" dirty="0">
                <a:solidFill>
                  <a:srgbClr val="FFFFFF"/>
                </a:solidFill>
                <a:latin typeface="Trebuchet MS"/>
                <a:cs typeface="Trebuchet MS"/>
              </a:rPr>
              <a:t>Content</a:t>
            </a:r>
            <a:endParaRPr sz="205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27767" y="1125460"/>
            <a:ext cx="88900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Others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44567" y="2654092"/>
            <a:ext cx="7008577" cy="64985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 algn="l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300" b="1" i="1" u="sng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Product Details- </a:t>
            </a:r>
            <a:r>
              <a:rPr lang="en-US" sz="2300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Product Type, SKU, Price, Availability</a:t>
            </a:r>
          </a:p>
          <a:p>
            <a:pPr marL="355600" indent="-342900" algn="l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300" b="1" i="1" u="sng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Sales Performance-</a:t>
            </a:r>
          </a:p>
          <a:p>
            <a:pPr marL="12700" algn="l">
              <a:lnSpc>
                <a:spcPct val="100000"/>
              </a:lnSpc>
              <a:spcBef>
                <a:spcPts val="95"/>
              </a:spcBef>
            </a:pPr>
            <a:r>
              <a:rPr lang="en-US" sz="2300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lang="en-US" sz="2300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   No. of Products Sold, Revenue Generated</a:t>
            </a:r>
          </a:p>
          <a:p>
            <a:pPr marL="355600" indent="-342900" algn="l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300" b="1" i="1" u="sng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Customer Demographics</a:t>
            </a:r>
          </a:p>
          <a:p>
            <a:pPr marL="355600" indent="-342900" algn="l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300" b="1" i="1" u="sng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Inventory Management- </a:t>
            </a:r>
            <a:r>
              <a:rPr lang="en-US" sz="2300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Stock Levels, Lead Times, Order Quantities</a:t>
            </a:r>
          </a:p>
          <a:p>
            <a:pPr marL="355600" indent="-342900" algn="l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300" b="1" i="1" u="sng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Shipping Data- </a:t>
            </a:r>
            <a:r>
              <a:rPr lang="en-US" sz="2300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Shipping Times, Shipping Carriers, Shipping Costs</a:t>
            </a:r>
          </a:p>
          <a:p>
            <a:pPr marL="355600" indent="-342900" algn="l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300" b="1" i="1" u="sng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Supplier &amp; Location </a:t>
            </a:r>
            <a:r>
              <a:rPr lang="en-US" sz="2300" b="1" i="1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– </a:t>
            </a:r>
            <a:r>
              <a:rPr lang="en-US" sz="2300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Supplier Name, Location, Lead Time</a:t>
            </a:r>
          </a:p>
          <a:p>
            <a:pPr marL="355600" indent="-342900" algn="l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300" b="1" i="1" u="sng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Manufacturing Details </a:t>
            </a:r>
            <a:r>
              <a:rPr lang="en-US" sz="2300" b="1" i="1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– </a:t>
            </a:r>
            <a:r>
              <a:rPr lang="en-US" sz="2300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Production Volumes, Manufacturing Lead Time, Manufacturing Costs</a:t>
            </a:r>
          </a:p>
          <a:p>
            <a:pPr marL="355600" indent="-342900" algn="l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300" b="1" i="1" u="sng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Quality Checks- </a:t>
            </a:r>
            <a:r>
              <a:rPr lang="en-US" sz="2300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Inspection Results, Defect Rates</a:t>
            </a:r>
          </a:p>
          <a:p>
            <a:pPr marL="355600" indent="-342900" algn="l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300" b="1" i="1" u="sng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Logistics</a:t>
            </a:r>
            <a:r>
              <a:rPr lang="en-US" sz="2300" b="1" i="1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-</a:t>
            </a:r>
            <a:r>
              <a:rPr lang="en-US" sz="2300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 Transportation Modes, Routes, Transportation Costs.</a:t>
            </a:r>
            <a:endParaRPr sz="2300" dirty="0">
              <a:solidFill>
                <a:schemeClr val="bg1"/>
              </a:solidFill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2548139"/>
            <a:ext cx="16230600" cy="863333"/>
          </a:xfrm>
          <a:custGeom>
            <a:avLst/>
            <a:gdLst/>
            <a:ahLst/>
            <a:cxnLst/>
            <a:rect l="l" t="t" r="r" b="b"/>
            <a:pathLst>
              <a:path w="16230600" h="2331085">
                <a:moveTo>
                  <a:pt x="15849599" y="2330587"/>
                </a:moveTo>
                <a:lnTo>
                  <a:pt x="380999" y="2330587"/>
                </a:lnTo>
                <a:lnTo>
                  <a:pt x="333208" y="2327619"/>
                </a:lnTo>
                <a:lnTo>
                  <a:pt x="287187" y="2318951"/>
                </a:lnTo>
                <a:lnTo>
                  <a:pt x="243296" y="2304942"/>
                </a:lnTo>
                <a:lnTo>
                  <a:pt x="201889" y="2285947"/>
                </a:lnTo>
                <a:lnTo>
                  <a:pt x="163326" y="2262325"/>
                </a:lnTo>
                <a:lnTo>
                  <a:pt x="127962" y="2234432"/>
                </a:lnTo>
                <a:lnTo>
                  <a:pt x="96155" y="2202625"/>
                </a:lnTo>
                <a:lnTo>
                  <a:pt x="68262" y="2167261"/>
                </a:lnTo>
                <a:lnTo>
                  <a:pt x="44640" y="2128697"/>
                </a:lnTo>
                <a:lnTo>
                  <a:pt x="25645" y="2087291"/>
                </a:lnTo>
                <a:lnTo>
                  <a:pt x="11636" y="2043399"/>
                </a:lnTo>
                <a:lnTo>
                  <a:pt x="2968" y="1997379"/>
                </a:lnTo>
                <a:lnTo>
                  <a:pt x="0" y="1949587"/>
                </a:lnTo>
                <a:lnTo>
                  <a:pt x="0" y="380999"/>
                </a:lnTo>
                <a:lnTo>
                  <a:pt x="2968" y="333208"/>
                </a:lnTo>
                <a:lnTo>
                  <a:pt x="11636" y="287187"/>
                </a:lnTo>
                <a:lnTo>
                  <a:pt x="25645" y="243296"/>
                </a:lnTo>
                <a:lnTo>
                  <a:pt x="44640" y="201889"/>
                </a:lnTo>
                <a:lnTo>
                  <a:pt x="68262" y="163326"/>
                </a:lnTo>
                <a:lnTo>
                  <a:pt x="96155" y="127962"/>
                </a:lnTo>
                <a:lnTo>
                  <a:pt x="127962" y="96155"/>
                </a:lnTo>
                <a:lnTo>
                  <a:pt x="163326" y="68262"/>
                </a:lnTo>
                <a:lnTo>
                  <a:pt x="201889" y="44640"/>
                </a:lnTo>
                <a:lnTo>
                  <a:pt x="243296" y="25645"/>
                </a:lnTo>
                <a:lnTo>
                  <a:pt x="287187" y="11636"/>
                </a:lnTo>
                <a:lnTo>
                  <a:pt x="333208" y="2968"/>
                </a:lnTo>
                <a:lnTo>
                  <a:pt x="380999" y="0"/>
                </a:lnTo>
                <a:lnTo>
                  <a:pt x="15849599" y="0"/>
                </a:lnTo>
                <a:lnTo>
                  <a:pt x="15897391" y="2968"/>
                </a:lnTo>
                <a:lnTo>
                  <a:pt x="15943411" y="11636"/>
                </a:lnTo>
                <a:lnTo>
                  <a:pt x="15987303" y="25645"/>
                </a:lnTo>
                <a:lnTo>
                  <a:pt x="16028709" y="44640"/>
                </a:lnTo>
                <a:lnTo>
                  <a:pt x="16067273" y="68262"/>
                </a:lnTo>
                <a:lnTo>
                  <a:pt x="16102637" y="96155"/>
                </a:lnTo>
                <a:lnTo>
                  <a:pt x="16134444" y="127962"/>
                </a:lnTo>
                <a:lnTo>
                  <a:pt x="16162337" y="163326"/>
                </a:lnTo>
                <a:lnTo>
                  <a:pt x="16185960" y="201889"/>
                </a:lnTo>
                <a:lnTo>
                  <a:pt x="16204954" y="243296"/>
                </a:lnTo>
                <a:lnTo>
                  <a:pt x="16218964" y="287187"/>
                </a:lnTo>
                <a:lnTo>
                  <a:pt x="16227632" y="333208"/>
                </a:lnTo>
                <a:lnTo>
                  <a:pt x="16230600" y="380999"/>
                </a:lnTo>
                <a:lnTo>
                  <a:pt x="16230600" y="1949587"/>
                </a:lnTo>
                <a:lnTo>
                  <a:pt x="16227632" y="1997379"/>
                </a:lnTo>
                <a:lnTo>
                  <a:pt x="16218964" y="2043399"/>
                </a:lnTo>
                <a:lnTo>
                  <a:pt x="16204954" y="2087291"/>
                </a:lnTo>
                <a:lnTo>
                  <a:pt x="16185960" y="2128697"/>
                </a:lnTo>
                <a:lnTo>
                  <a:pt x="16162337" y="2167261"/>
                </a:lnTo>
                <a:lnTo>
                  <a:pt x="16134444" y="2202625"/>
                </a:lnTo>
                <a:lnTo>
                  <a:pt x="16102637" y="2234432"/>
                </a:lnTo>
                <a:lnTo>
                  <a:pt x="16067273" y="2262325"/>
                </a:lnTo>
                <a:lnTo>
                  <a:pt x="16028709" y="2285947"/>
                </a:lnTo>
                <a:lnTo>
                  <a:pt x="15987303" y="2304942"/>
                </a:lnTo>
                <a:lnTo>
                  <a:pt x="15943411" y="2318951"/>
                </a:lnTo>
                <a:lnTo>
                  <a:pt x="15897391" y="2327619"/>
                </a:lnTo>
                <a:lnTo>
                  <a:pt x="15849599" y="2330587"/>
                </a:lnTo>
                <a:close/>
              </a:path>
            </a:pathLst>
          </a:custGeom>
          <a:solidFill>
            <a:srgbClr val="010E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717" y="1125460"/>
            <a:ext cx="80391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Home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8241" y="1127673"/>
            <a:ext cx="80772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About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62730" y="1127673"/>
            <a:ext cx="111633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spc="114" dirty="0">
                <a:solidFill>
                  <a:srgbClr val="FFFFFF"/>
                </a:solidFill>
                <a:latin typeface="Trebuchet MS"/>
                <a:cs typeface="Trebuchet MS"/>
              </a:rPr>
              <a:t>Content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27767" y="1125460"/>
            <a:ext cx="88900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Others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6126" y="2819825"/>
            <a:ext cx="1235456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 spc="245" dirty="0" smtClean="0">
                <a:solidFill>
                  <a:srgbClr val="FFFFFF"/>
                </a:solidFill>
                <a:latin typeface="Trebuchet MS"/>
                <a:cs typeface="Trebuchet MS"/>
              </a:rPr>
              <a:t>Create table-</a:t>
            </a:r>
            <a:endParaRPr sz="2000" dirty="0">
              <a:latin typeface="Trebuchet MS"/>
              <a:cs typeface="Trebuchet MS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898" y="3683158"/>
            <a:ext cx="9802102" cy="6260942"/>
          </a:xfrm>
          <a:prstGeom prst="rect">
            <a:avLst/>
          </a:prstGeom>
        </p:spPr>
      </p:pic>
      <p:sp>
        <p:nvSpPr>
          <p:cNvPr id="16" name="object 2"/>
          <p:cNvSpPr/>
          <p:nvPr/>
        </p:nvSpPr>
        <p:spPr>
          <a:xfrm>
            <a:off x="11887200" y="4076700"/>
            <a:ext cx="5162550" cy="5410200"/>
          </a:xfrm>
          <a:custGeom>
            <a:avLst/>
            <a:gdLst/>
            <a:ahLst/>
            <a:cxnLst/>
            <a:rect l="l" t="t" r="r" b="b"/>
            <a:pathLst>
              <a:path w="5162550" h="4634865">
                <a:moveTo>
                  <a:pt x="5162004" y="4634293"/>
                </a:moveTo>
                <a:lnTo>
                  <a:pt x="0" y="4634293"/>
                </a:lnTo>
                <a:lnTo>
                  <a:pt x="0" y="380999"/>
                </a:lnTo>
                <a:lnTo>
                  <a:pt x="2968" y="333208"/>
                </a:lnTo>
                <a:lnTo>
                  <a:pt x="11636" y="287187"/>
                </a:lnTo>
                <a:lnTo>
                  <a:pt x="25645" y="243295"/>
                </a:lnTo>
                <a:lnTo>
                  <a:pt x="44640" y="201889"/>
                </a:lnTo>
                <a:lnTo>
                  <a:pt x="68262" y="163326"/>
                </a:lnTo>
                <a:lnTo>
                  <a:pt x="96155" y="127962"/>
                </a:lnTo>
                <a:lnTo>
                  <a:pt x="127962" y="96155"/>
                </a:lnTo>
                <a:lnTo>
                  <a:pt x="163326" y="68262"/>
                </a:lnTo>
                <a:lnTo>
                  <a:pt x="201889" y="44640"/>
                </a:lnTo>
                <a:lnTo>
                  <a:pt x="243295" y="25645"/>
                </a:lnTo>
                <a:lnTo>
                  <a:pt x="287187" y="11636"/>
                </a:lnTo>
                <a:lnTo>
                  <a:pt x="333208" y="2968"/>
                </a:lnTo>
                <a:lnTo>
                  <a:pt x="380999" y="0"/>
                </a:lnTo>
                <a:lnTo>
                  <a:pt x="4781004" y="0"/>
                </a:lnTo>
                <a:lnTo>
                  <a:pt x="4828796" y="2968"/>
                </a:lnTo>
                <a:lnTo>
                  <a:pt x="4874816" y="11636"/>
                </a:lnTo>
                <a:lnTo>
                  <a:pt x="4918708" y="25645"/>
                </a:lnTo>
                <a:lnTo>
                  <a:pt x="4960114" y="44640"/>
                </a:lnTo>
                <a:lnTo>
                  <a:pt x="4998678" y="68262"/>
                </a:lnTo>
                <a:lnTo>
                  <a:pt x="5034042" y="96155"/>
                </a:lnTo>
                <a:lnTo>
                  <a:pt x="5065849" y="127962"/>
                </a:lnTo>
                <a:lnTo>
                  <a:pt x="5093742" y="163326"/>
                </a:lnTo>
                <a:lnTo>
                  <a:pt x="5117364" y="201889"/>
                </a:lnTo>
                <a:lnTo>
                  <a:pt x="5136359" y="243295"/>
                </a:lnTo>
                <a:lnTo>
                  <a:pt x="5150368" y="287187"/>
                </a:lnTo>
                <a:lnTo>
                  <a:pt x="5159036" y="333208"/>
                </a:lnTo>
                <a:lnTo>
                  <a:pt x="5162004" y="380999"/>
                </a:lnTo>
                <a:lnTo>
                  <a:pt x="5162004" y="4634293"/>
                </a:lnTo>
                <a:close/>
              </a:path>
            </a:pathLst>
          </a:custGeom>
          <a:solidFill>
            <a:srgbClr val="010E8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27767" y="4347141"/>
            <a:ext cx="4171949" cy="46063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2548139"/>
            <a:ext cx="16230600" cy="863333"/>
          </a:xfrm>
          <a:custGeom>
            <a:avLst/>
            <a:gdLst/>
            <a:ahLst/>
            <a:cxnLst/>
            <a:rect l="l" t="t" r="r" b="b"/>
            <a:pathLst>
              <a:path w="16230600" h="2331085">
                <a:moveTo>
                  <a:pt x="15849599" y="2330587"/>
                </a:moveTo>
                <a:lnTo>
                  <a:pt x="380999" y="2330587"/>
                </a:lnTo>
                <a:lnTo>
                  <a:pt x="333208" y="2327619"/>
                </a:lnTo>
                <a:lnTo>
                  <a:pt x="287187" y="2318951"/>
                </a:lnTo>
                <a:lnTo>
                  <a:pt x="243296" y="2304942"/>
                </a:lnTo>
                <a:lnTo>
                  <a:pt x="201889" y="2285947"/>
                </a:lnTo>
                <a:lnTo>
                  <a:pt x="163326" y="2262325"/>
                </a:lnTo>
                <a:lnTo>
                  <a:pt x="127962" y="2234432"/>
                </a:lnTo>
                <a:lnTo>
                  <a:pt x="96155" y="2202625"/>
                </a:lnTo>
                <a:lnTo>
                  <a:pt x="68262" y="2167261"/>
                </a:lnTo>
                <a:lnTo>
                  <a:pt x="44640" y="2128697"/>
                </a:lnTo>
                <a:lnTo>
                  <a:pt x="25645" y="2087291"/>
                </a:lnTo>
                <a:lnTo>
                  <a:pt x="11636" y="2043399"/>
                </a:lnTo>
                <a:lnTo>
                  <a:pt x="2968" y="1997379"/>
                </a:lnTo>
                <a:lnTo>
                  <a:pt x="0" y="1949587"/>
                </a:lnTo>
                <a:lnTo>
                  <a:pt x="0" y="380999"/>
                </a:lnTo>
                <a:lnTo>
                  <a:pt x="2968" y="333208"/>
                </a:lnTo>
                <a:lnTo>
                  <a:pt x="11636" y="287187"/>
                </a:lnTo>
                <a:lnTo>
                  <a:pt x="25645" y="243296"/>
                </a:lnTo>
                <a:lnTo>
                  <a:pt x="44640" y="201889"/>
                </a:lnTo>
                <a:lnTo>
                  <a:pt x="68262" y="163326"/>
                </a:lnTo>
                <a:lnTo>
                  <a:pt x="96155" y="127962"/>
                </a:lnTo>
                <a:lnTo>
                  <a:pt x="127962" y="96155"/>
                </a:lnTo>
                <a:lnTo>
                  <a:pt x="163326" y="68262"/>
                </a:lnTo>
                <a:lnTo>
                  <a:pt x="201889" y="44640"/>
                </a:lnTo>
                <a:lnTo>
                  <a:pt x="243296" y="25645"/>
                </a:lnTo>
                <a:lnTo>
                  <a:pt x="287187" y="11636"/>
                </a:lnTo>
                <a:lnTo>
                  <a:pt x="333208" y="2968"/>
                </a:lnTo>
                <a:lnTo>
                  <a:pt x="380999" y="0"/>
                </a:lnTo>
                <a:lnTo>
                  <a:pt x="15849599" y="0"/>
                </a:lnTo>
                <a:lnTo>
                  <a:pt x="15897391" y="2968"/>
                </a:lnTo>
                <a:lnTo>
                  <a:pt x="15943411" y="11636"/>
                </a:lnTo>
                <a:lnTo>
                  <a:pt x="15987303" y="25645"/>
                </a:lnTo>
                <a:lnTo>
                  <a:pt x="16028709" y="44640"/>
                </a:lnTo>
                <a:lnTo>
                  <a:pt x="16067273" y="68262"/>
                </a:lnTo>
                <a:lnTo>
                  <a:pt x="16102637" y="96155"/>
                </a:lnTo>
                <a:lnTo>
                  <a:pt x="16134444" y="127962"/>
                </a:lnTo>
                <a:lnTo>
                  <a:pt x="16162337" y="163326"/>
                </a:lnTo>
                <a:lnTo>
                  <a:pt x="16185960" y="201889"/>
                </a:lnTo>
                <a:lnTo>
                  <a:pt x="16204954" y="243296"/>
                </a:lnTo>
                <a:lnTo>
                  <a:pt x="16218964" y="287187"/>
                </a:lnTo>
                <a:lnTo>
                  <a:pt x="16227632" y="333208"/>
                </a:lnTo>
                <a:lnTo>
                  <a:pt x="16230600" y="380999"/>
                </a:lnTo>
                <a:lnTo>
                  <a:pt x="16230600" y="1949587"/>
                </a:lnTo>
                <a:lnTo>
                  <a:pt x="16227632" y="1997379"/>
                </a:lnTo>
                <a:lnTo>
                  <a:pt x="16218964" y="2043399"/>
                </a:lnTo>
                <a:lnTo>
                  <a:pt x="16204954" y="2087291"/>
                </a:lnTo>
                <a:lnTo>
                  <a:pt x="16185960" y="2128697"/>
                </a:lnTo>
                <a:lnTo>
                  <a:pt x="16162337" y="2167261"/>
                </a:lnTo>
                <a:lnTo>
                  <a:pt x="16134444" y="2202625"/>
                </a:lnTo>
                <a:lnTo>
                  <a:pt x="16102637" y="2234432"/>
                </a:lnTo>
                <a:lnTo>
                  <a:pt x="16067273" y="2262325"/>
                </a:lnTo>
                <a:lnTo>
                  <a:pt x="16028709" y="2285947"/>
                </a:lnTo>
                <a:lnTo>
                  <a:pt x="15987303" y="2304942"/>
                </a:lnTo>
                <a:lnTo>
                  <a:pt x="15943411" y="2318951"/>
                </a:lnTo>
                <a:lnTo>
                  <a:pt x="15897391" y="2327619"/>
                </a:lnTo>
                <a:lnTo>
                  <a:pt x="15849599" y="2330587"/>
                </a:lnTo>
                <a:close/>
              </a:path>
            </a:pathLst>
          </a:custGeom>
          <a:solidFill>
            <a:srgbClr val="010E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717" y="1125460"/>
            <a:ext cx="80391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Home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8241" y="1127673"/>
            <a:ext cx="80772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About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62730" y="1127673"/>
            <a:ext cx="111633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spc="114" dirty="0">
                <a:solidFill>
                  <a:srgbClr val="FFFFFF"/>
                </a:solidFill>
                <a:latin typeface="Trebuchet MS"/>
                <a:cs typeface="Trebuchet MS"/>
              </a:rPr>
              <a:t>Content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27767" y="1125460"/>
            <a:ext cx="88900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Others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6126" y="2819825"/>
            <a:ext cx="1235456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 spc="245" dirty="0" smtClean="0">
                <a:solidFill>
                  <a:srgbClr val="FFFFFF"/>
                </a:solidFill>
                <a:latin typeface="Trebuchet MS"/>
                <a:cs typeface="Trebuchet MS"/>
              </a:rPr>
              <a:t>Import data-</a:t>
            </a:r>
            <a:endParaRPr sz="2000" dirty="0">
              <a:latin typeface="Trebuchet MS"/>
              <a:cs typeface="Trebuchet M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62" y="3683158"/>
            <a:ext cx="16776474" cy="1219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699" y="5524500"/>
            <a:ext cx="16230599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061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2548139"/>
            <a:ext cx="16230600" cy="863333"/>
          </a:xfrm>
          <a:custGeom>
            <a:avLst/>
            <a:gdLst/>
            <a:ahLst/>
            <a:cxnLst/>
            <a:rect l="l" t="t" r="r" b="b"/>
            <a:pathLst>
              <a:path w="16230600" h="2331085">
                <a:moveTo>
                  <a:pt x="15849599" y="2330587"/>
                </a:moveTo>
                <a:lnTo>
                  <a:pt x="380999" y="2330587"/>
                </a:lnTo>
                <a:lnTo>
                  <a:pt x="333208" y="2327619"/>
                </a:lnTo>
                <a:lnTo>
                  <a:pt x="287187" y="2318951"/>
                </a:lnTo>
                <a:lnTo>
                  <a:pt x="243296" y="2304942"/>
                </a:lnTo>
                <a:lnTo>
                  <a:pt x="201889" y="2285947"/>
                </a:lnTo>
                <a:lnTo>
                  <a:pt x="163326" y="2262325"/>
                </a:lnTo>
                <a:lnTo>
                  <a:pt x="127962" y="2234432"/>
                </a:lnTo>
                <a:lnTo>
                  <a:pt x="96155" y="2202625"/>
                </a:lnTo>
                <a:lnTo>
                  <a:pt x="68262" y="2167261"/>
                </a:lnTo>
                <a:lnTo>
                  <a:pt x="44640" y="2128697"/>
                </a:lnTo>
                <a:lnTo>
                  <a:pt x="25645" y="2087291"/>
                </a:lnTo>
                <a:lnTo>
                  <a:pt x="11636" y="2043399"/>
                </a:lnTo>
                <a:lnTo>
                  <a:pt x="2968" y="1997379"/>
                </a:lnTo>
                <a:lnTo>
                  <a:pt x="0" y="1949587"/>
                </a:lnTo>
                <a:lnTo>
                  <a:pt x="0" y="380999"/>
                </a:lnTo>
                <a:lnTo>
                  <a:pt x="2968" y="333208"/>
                </a:lnTo>
                <a:lnTo>
                  <a:pt x="11636" y="287187"/>
                </a:lnTo>
                <a:lnTo>
                  <a:pt x="25645" y="243296"/>
                </a:lnTo>
                <a:lnTo>
                  <a:pt x="44640" y="201889"/>
                </a:lnTo>
                <a:lnTo>
                  <a:pt x="68262" y="163326"/>
                </a:lnTo>
                <a:lnTo>
                  <a:pt x="96155" y="127962"/>
                </a:lnTo>
                <a:lnTo>
                  <a:pt x="127962" y="96155"/>
                </a:lnTo>
                <a:lnTo>
                  <a:pt x="163326" y="68262"/>
                </a:lnTo>
                <a:lnTo>
                  <a:pt x="201889" y="44640"/>
                </a:lnTo>
                <a:lnTo>
                  <a:pt x="243296" y="25645"/>
                </a:lnTo>
                <a:lnTo>
                  <a:pt x="287187" y="11636"/>
                </a:lnTo>
                <a:lnTo>
                  <a:pt x="333208" y="2968"/>
                </a:lnTo>
                <a:lnTo>
                  <a:pt x="380999" y="0"/>
                </a:lnTo>
                <a:lnTo>
                  <a:pt x="15849599" y="0"/>
                </a:lnTo>
                <a:lnTo>
                  <a:pt x="15897391" y="2968"/>
                </a:lnTo>
                <a:lnTo>
                  <a:pt x="15943411" y="11636"/>
                </a:lnTo>
                <a:lnTo>
                  <a:pt x="15987303" y="25645"/>
                </a:lnTo>
                <a:lnTo>
                  <a:pt x="16028709" y="44640"/>
                </a:lnTo>
                <a:lnTo>
                  <a:pt x="16067273" y="68262"/>
                </a:lnTo>
                <a:lnTo>
                  <a:pt x="16102637" y="96155"/>
                </a:lnTo>
                <a:lnTo>
                  <a:pt x="16134444" y="127962"/>
                </a:lnTo>
                <a:lnTo>
                  <a:pt x="16162337" y="163326"/>
                </a:lnTo>
                <a:lnTo>
                  <a:pt x="16185960" y="201889"/>
                </a:lnTo>
                <a:lnTo>
                  <a:pt x="16204954" y="243296"/>
                </a:lnTo>
                <a:lnTo>
                  <a:pt x="16218964" y="287187"/>
                </a:lnTo>
                <a:lnTo>
                  <a:pt x="16227632" y="333208"/>
                </a:lnTo>
                <a:lnTo>
                  <a:pt x="16230600" y="380999"/>
                </a:lnTo>
                <a:lnTo>
                  <a:pt x="16230600" y="1949587"/>
                </a:lnTo>
                <a:lnTo>
                  <a:pt x="16227632" y="1997379"/>
                </a:lnTo>
                <a:lnTo>
                  <a:pt x="16218964" y="2043399"/>
                </a:lnTo>
                <a:lnTo>
                  <a:pt x="16204954" y="2087291"/>
                </a:lnTo>
                <a:lnTo>
                  <a:pt x="16185960" y="2128697"/>
                </a:lnTo>
                <a:lnTo>
                  <a:pt x="16162337" y="2167261"/>
                </a:lnTo>
                <a:lnTo>
                  <a:pt x="16134444" y="2202625"/>
                </a:lnTo>
                <a:lnTo>
                  <a:pt x="16102637" y="2234432"/>
                </a:lnTo>
                <a:lnTo>
                  <a:pt x="16067273" y="2262325"/>
                </a:lnTo>
                <a:lnTo>
                  <a:pt x="16028709" y="2285947"/>
                </a:lnTo>
                <a:lnTo>
                  <a:pt x="15987303" y="2304942"/>
                </a:lnTo>
                <a:lnTo>
                  <a:pt x="15943411" y="2318951"/>
                </a:lnTo>
                <a:lnTo>
                  <a:pt x="15897391" y="2327619"/>
                </a:lnTo>
                <a:lnTo>
                  <a:pt x="15849599" y="2330587"/>
                </a:lnTo>
                <a:close/>
              </a:path>
            </a:pathLst>
          </a:custGeom>
          <a:solidFill>
            <a:srgbClr val="010E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717" y="1125460"/>
            <a:ext cx="80391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Home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8241" y="1127673"/>
            <a:ext cx="80772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About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62730" y="1127673"/>
            <a:ext cx="111633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spc="114" dirty="0">
                <a:solidFill>
                  <a:srgbClr val="FFFFFF"/>
                </a:solidFill>
                <a:latin typeface="Trebuchet MS"/>
                <a:cs typeface="Trebuchet MS"/>
              </a:rPr>
              <a:t>Content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27767" y="1125460"/>
            <a:ext cx="88900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Others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6126" y="2819825"/>
            <a:ext cx="1235456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 spc="245" dirty="0" smtClean="0">
                <a:solidFill>
                  <a:srgbClr val="FFFFFF"/>
                </a:solidFill>
                <a:latin typeface="Trebuchet MS"/>
                <a:cs typeface="Trebuchet MS"/>
              </a:rPr>
              <a:t>1. Total revenue by product type-</a:t>
            </a:r>
            <a:endParaRPr sz="2000" dirty="0">
              <a:latin typeface="Trebuchet MS"/>
              <a:cs typeface="Trebuchet M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085" y="3695858"/>
            <a:ext cx="7566474" cy="21216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167" y="5817544"/>
            <a:ext cx="6934200" cy="3429000"/>
          </a:xfrm>
          <a:prstGeom prst="rect">
            <a:avLst/>
          </a:prstGeom>
        </p:spPr>
      </p:pic>
      <p:pic>
        <p:nvPicPr>
          <p:cNvPr id="13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90800" y="5817544"/>
            <a:ext cx="4648199" cy="389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416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2548139"/>
            <a:ext cx="16230600" cy="863333"/>
          </a:xfrm>
          <a:custGeom>
            <a:avLst/>
            <a:gdLst/>
            <a:ahLst/>
            <a:cxnLst/>
            <a:rect l="l" t="t" r="r" b="b"/>
            <a:pathLst>
              <a:path w="16230600" h="2331085">
                <a:moveTo>
                  <a:pt x="15849599" y="2330587"/>
                </a:moveTo>
                <a:lnTo>
                  <a:pt x="380999" y="2330587"/>
                </a:lnTo>
                <a:lnTo>
                  <a:pt x="333208" y="2327619"/>
                </a:lnTo>
                <a:lnTo>
                  <a:pt x="287187" y="2318951"/>
                </a:lnTo>
                <a:lnTo>
                  <a:pt x="243296" y="2304942"/>
                </a:lnTo>
                <a:lnTo>
                  <a:pt x="201889" y="2285947"/>
                </a:lnTo>
                <a:lnTo>
                  <a:pt x="163326" y="2262325"/>
                </a:lnTo>
                <a:lnTo>
                  <a:pt x="127962" y="2234432"/>
                </a:lnTo>
                <a:lnTo>
                  <a:pt x="96155" y="2202625"/>
                </a:lnTo>
                <a:lnTo>
                  <a:pt x="68262" y="2167261"/>
                </a:lnTo>
                <a:lnTo>
                  <a:pt x="44640" y="2128697"/>
                </a:lnTo>
                <a:lnTo>
                  <a:pt x="25645" y="2087291"/>
                </a:lnTo>
                <a:lnTo>
                  <a:pt x="11636" y="2043399"/>
                </a:lnTo>
                <a:lnTo>
                  <a:pt x="2968" y="1997379"/>
                </a:lnTo>
                <a:lnTo>
                  <a:pt x="0" y="1949587"/>
                </a:lnTo>
                <a:lnTo>
                  <a:pt x="0" y="380999"/>
                </a:lnTo>
                <a:lnTo>
                  <a:pt x="2968" y="333208"/>
                </a:lnTo>
                <a:lnTo>
                  <a:pt x="11636" y="287187"/>
                </a:lnTo>
                <a:lnTo>
                  <a:pt x="25645" y="243296"/>
                </a:lnTo>
                <a:lnTo>
                  <a:pt x="44640" y="201889"/>
                </a:lnTo>
                <a:lnTo>
                  <a:pt x="68262" y="163326"/>
                </a:lnTo>
                <a:lnTo>
                  <a:pt x="96155" y="127962"/>
                </a:lnTo>
                <a:lnTo>
                  <a:pt x="127962" y="96155"/>
                </a:lnTo>
                <a:lnTo>
                  <a:pt x="163326" y="68262"/>
                </a:lnTo>
                <a:lnTo>
                  <a:pt x="201889" y="44640"/>
                </a:lnTo>
                <a:lnTo>
                  <a:pt x="243296" y="25645"/>
                </a:lnTo>
                <a:lnTo>
                  <a:pt x="287187" y="11636"/>
                </a:lnTo>
                <a:lnTo>
                  <a:pt x="333208" y="2968"/>
                </a:lnTo>
                <a:lnTo>
                  <a:pt x="380999" y="0"/>
                </a:lnTo>
                <a:lnTo>
                  <a:pt x="15849599" y="0"/>
                </a:lnTo>
                <a:lnTo>
                  <a:pt x="15897391" y="2968"/>
                </a:lnTo>
                <a:lnTo>
                  <a:pt x="15943411" y="11636"/>
                </a:lnTo>
                <a:lnTo>
                  <a:pt x="15987303" y="25645"/>
                </a:lnTo>
                <a:lnTo>
                  <a:pt x="16028709" y="44640"/>
                </a:lnTo>
                <a:lnTo>
                  <a:pt x="16067273" y="68262"/>
                </a:lnTo>
                <a:lnTo>
                  <a:pt x="16102637" y="96155"/>
                </a:lnTo>
                <a:lnTo>
                  <a:pt x="16134444" y="127962"/>
                </a:lnTo>
                <a:lnTo>
                  <a:pt x="16162337" y="163326"/>
                </a:lnTo>
                <a:lnTo>
                  <a:pt x="16185960" y="201889"/>
                </a:lnTo>
                <a:lnTo>
                  <a:pt x="16204954" y="243296"/>
                </a:lnTo>
                <a:lnTo>
                  <a:pt x="16218964" y="287187"/>
                </a:lnTo>
                <a:lnTo>
                  <a:pt x="16227632" y="333208"/>
                </a:lnTo>
                <a:lnTo>
                  <a:pt x="16230600" y="380999"/>
                </a:lnTo>
                <a:lnTo>
                  <a:pt x="16230600" y="1949587"/>
                </a:lnTo>
                <a:lnTo>
                  <a:pt x="16227632" y="1997379"/>
                </a:lnTo>
                <a:lnTo>
                  <a:pt x="16218964" y="2043399"/>
                </a:lnTo>
                <a:lnTo>
                  <a:pt x="16204954" y="2087291"/>
                </a:lnTo>
                <a:lnTo>
                  <a:pt x="16185960" y="2128697"/>
                </a:lnTo>
                <a:lnTo>
                  <a:pt x="16162337" y="2167261"/>
                </a:lnTo>
                <a:lnTo>
                  <a:pt x="16134444" y="2202625"/>
                </a:lnTo>
                <a:lnTo>
                  <a:pt x="16102637" y="2234432"/>
                </a:lnTo>
                <a:lnTo>
                  <a:pt x="16067273" y="2262325"/>
                </a:lnTo>
                <a:lnTo>
                  <a:pt x="16028709" y="2285947"/>
                </a:lnTo>
                <a:lnTo>
                  <a:pt x="15987303" y="2304942"/>
                </a:lnTo>
                <a:lnTo>
                  <a:pt x="15943411" y="2318951"/>
                </a:lnTo>
                <a:lnTo>
                  <a:pt x="15897391" y="2327619"/>
                </a:lnTo>
                <a:lnTo>
                  <a:pt x="15849599" y="2330587"/>
                </a:lnTo>
                <a:close/>
              </a:path>
            </a:pathLst>
          </a:custGeom>
          <a:solidFill>
            <a:srgbClr val="010E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717" y="1125460"/>
            <a:ext cx="80391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Home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8241" y="1127673"/>
            <a:ext cx="80772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About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62730" y="1127673"/>
            <a:ext cx="111633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spc="114" dirty="0">
                <a:solidFill>
                  <a:srgbClr val="FFFFFF"/>
                </a:solidFill>
                <a:latin typeface="Trebuchet MS"/>
                <a:cs typeface="Trebuchet MS"/>
              </a:rPr>
              <a:t>Content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27767" y="1125460"/>
            <a:ext cx="88900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Others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6126" y="2705101"/>
            <a:ext cx="12443274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 dirty="0" smtClean="0">
                <a:solidFill>
                  <a:schemeClr val="bg1"/>
                </a:solidFill>
                <a:latin typeface="Trebuchet MS"/>
                <a:cs typeface="Trebuchet MS"/>
              </a:rPr>
              <a:t>2. Average price and revenue by product type-</a:t>
            </a:r>
            <a:endParaRPr sz="2000" b="1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pic>
        <p:nvPicPr>
          <p:cNvPr id="13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5817544"/>
            <a:ext cx="4648199" cy="38963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148" y="3683158"/>
            <a:ext cx="7248652" cy="18626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2974" y="5817544"/>
            <a:ext cx="5765225" cy="359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435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2548139"/>
            <a:ext cx="16230600" cy="863333"/>
          </a:xfrm>
          <a:custGeom>
            <a:avLst/>
            <a:gdLst/>
            <a:ahLst/>
            <a:cxnLst/>
            <a:rect l="l" t="t" r="r" b="b"/>
            <a:pathLst>
              <a:path w="16230600" h="2331085">
                <a:moveTo>
                  <a:pt x="15849599" y="2330587"/>
                </a:moveTo>
                <a:lnTo>
                  <a:pt x="380999" y="2330587"/>
                </a:lnTo>
                <a:lnTo>
                  <a:pt x="333208" y="2327619"/>
                </a:lnTo>
                <a:lnTo>
                  <a:pt x="287187" y="2318951"/>
                </a:lnTo>
                <a:lnTo>
                  <a:pt x="243296" y="2304942"/>
                </a:lnTo>
                <a:lnTo>
                  <a:pt x="201889" y="2285947"/>
                </a:lnTo>
                <a:lnTo>
                  <a:pt x="163326" y="2262325"/>
                </a:lnTo>
                <a:lnTo>
                  <a:pt x="127962" y="2234432"/>
                </a:lnTo>
                <a:lnTo>
                  <a:pt x="96155" y="2202625"/>
                </a:lnTo>
                <a:lnTo>
                  <a:pt x="68262" y="2167261"/>
                </a:lnTo>
                <a:lnTo>
                  <a:pt x="44640" y="2128697"/>
                </a:lnTo>
                <a:lnTo>
                  <a:pt x="25645" y="2087291"/>
                </a:lnTo>
                <a:lnTo>
                  <a:pt x="11636" y="2043399"/>
                </a:lnTo>
                <a:lnTo>
                  <a:pt x="2968" y="1997379"/>
                </a:lnTo>
                <a:lnTo>
                  <a:pt x="0" y="1949587"/>
                </a:lnTo>
                <a:lnTo>
                  <a:pt x="0" y="380999"/>
                </a:lnTo>
                <a:lnTo>
                  <a:pt x="2968" y="333208"/>
                </a:lnTo>
                <a:lnTo>
                  <a:pt x="11636" y="287187"/>
                </a:lnTo>
                <a:lnTo>
                  <a:pt x="25645" y="243296"/>
                </a:lnTo>
                <a:lnTo>
                  <a:pt x="44640" y="201889"/>
                </a:lnTo>
                <a:lnTo>
                  <a:pt x="68262" y="163326"/>
                </a:lnTo>
                <a:lnTo>
                  <a:pt x="96155" y="127962"/>
                </a:lnTo>
                <a:lnTo>
                  <a:pt x="127962" y="96155"/>
                </a:lnTo>
                <a:lnTo>
                  <a:pt x="163326" y="68262"/>
                </a:lnTo>
                <a:lnTo>
                  <a:pt x="201889" y="44640"/>
                </a:lnTo>
                <a:lnTo>
                  <a:pt x="243296" y="25645"/>
                </a:lnTo>
                <a:lnTo>
                  <a:pt x="287187" y="11636"/>
                </a:lnTo>
                <a:lnTo>
                  <a:pt x="333208" y="2968"/>
                </a:lnTo>
                <a:lnTo>
                  <a:pt x="380999" y="0"/>
                </a:lnTo>
                <a:lnTo>
                  <a:pt x="15849599" y="0"/>
                </a:lnTo>
                <a:lnTo>
                  <a:pt x="15897391" y="2968"/>
                </a:lnTo>
                <a:lnTo>
                  <a:pt x="15943411" y="11636"/>
                </a:lnTo>
                <a:lnTo>
                  <a:pt x="15987303" y="25645"/>
                </a:lnTo>
                <a:lnTo>
                  <a:pt x="16028709" y="44640"/>
                </a:lnTo>
                <a:lnTo>
                  <a:pt x="16067273" y="68262"/>
                </a:lnTo>
                <a:lnTo>
                  <a:pt x="16102637" y="96155"/>
                </a:lnTo>
                <a:lnTo>
                  <a:pt x="16134444" y="127962"/>
                </a:lnTo>
                <a:lnTo>
                  <a:pt x="16162337" y="163326"/>
                </a:lnTo>
                <a:lnTo>
                  <a:pt x="16185960" y="201889"/>
                </a:lnTo>
                <a:lnTo>
                  <a:pt x="16204954" y="243296"/>
                </a:lnTo>
                <a:lnTo>
                  <a:pt x="16218964" y="287187"/>
                </a:lnTo>
                <a:lnTo>
                  <a:pt x="16227632" y="333208"/>
                </a:lnTo>
                <a:lnTo>
                  <a:pt x="16230600" y="380999"/>
                </a:lnTo>
                <a:lnTo>
                  <a:pt x="16230600" y="1949587"/>
                </a:lnTo>
                <a:lnTo>
                  <a:pt x="16227632" y="1997379"/>
                </a:lnTo>
                <a:lnTo>
                  <a:pt x="16218964" y="2043399"/>
                </a:lnTo>
                <a:lnTo>
                  <a:pt x="16204954" y="2087291"/>
                </a:lnTo>
                <a:lnTo>
                  <a:pt x="16185960" y="2128697"/>
                </a:lnTo>
                <a:lnTo>
                  <a:pt x="16162337" y="2167261"/>
                </a:lnTo>
                <a:lnTo>
                  <a:pt x="16134444" y="2202625"/>
                </a:lnTo>
                <a:lnTo>
                  <a:pt x="16102637" y="2234432"/>
                </a:lnTo>
                <a:lnTo>
                  <a:pt x="16067273" y="2262325"/>
                </a:lnTo>
                <a:lnTo>
                  <a:pt x="16028709" y="2285947"/>
                </a:lnTo>
                <a:lnTo>
                  <a:pt x="15987303" y="2304942"/>
                </a:lnTo>
                <a:lnTo>
                  <a:pt x="15943411" y="2318951"/>
                </a:lnTo>
                <a:lnTo>
                  <a:pt x="15897391" y="2327619"/>
                </a:lnTo>
                <a:lnTo>
                  <a:pt x="15849599" y="2330587"/>
                </a:lnTo>
                <a:close/>
              </a:path>
            </a:pathLst>
          </a:custGeom>
          <a:solidFill>
            <a:srgbClr val="010E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717" y="1125460"/>
            <a:ext cx="80391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Home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8241" y="1127673"/>
            <a:ext cx="80772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About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62730" y="1127673"/>
            <a:ext cx="111633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spc="114" dirty="0">
                <a:solidFill>
                  <a:srgbClr val="FFFFFF"/>
                </a:solidFill>
                <a:latin typeface="Trebuchet MS"/>
                <a:cs typeface="Trebuchet MS"/>
              </a:rPr>
              <a:t>Content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27767" y="1125460"/>
            <a:ext cx="88900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Others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6126" y="2819825"/>
            <a:ext cx="1235456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 dirty="0" smtClean="0">
                <a:solidFill>
                  <a:schemeClr val="bg1"/>
                </a:solidFill>
                <a:latin typeface="Trebuchet MS"/>
                <a:cs typeface="Trebuchet MS"/>
              </a:rPr>
              <a:t>3. Revenue by customer demographics-</a:t>
            </a:r>
            <a:endParaRPr sz="2000" b="1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pic>
        <p:nvPicPr>
          <p:cNvPr id="13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5817544"/>
            <a:ext cx="4648199" cy="38963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922" y="3869508"/>
            <a:ext cx="8127878" cy="19480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5143500"/>
            <a:ext cx="60960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998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2548139"/>
            <a:ext cx="16230600" cy="863333"/>
          </a:xfrm>
          <a:custGeom>
            <a:avLst/>
            <a:gdLst/>
            <a:ahLst/>
            <a:cxnLst/>
            <a:rect l="l" t="t" r="r" b="b"/>
            <a:pathLst>
              <a:path w="16230600" h="2331085">
                <a:moveTo>
                  <a:pt x="15849599" y="2330587"/>
                </a:moveTo>
                <a:lnTo>
                  <a:pt x="380999" y="2330587"/>
                </a:lnTo>
                <a:lnTo>
                  <a:pt x="333208" y="2327619"/>
                </a:lnTo>
                <a:lnTo>
                  <a:pt x="287187" y="2318951"/>
                </a:lnTo>
                <a:lnTo>
                  <a:pt x="243296" y="2304942"/>
                </a:lnTo>
                <a:lnTo>
                  <a:pt x="201889" y="2285947"/>
                </a:lnTo>
                <a:lnTo>
                  <a:pt x="163326" y="2262325"/>
                </a:lnTo>
                <a:lnTo>
                  <a:pt x="127962" y="2234432"/>
                </a:lnTo>
                <a:lnTo>
                  <a:pt x="96155" y="2202625"/>
                </a:lnTo>
                <a:lnTo>
                  <a:pt x="68262" y="2167261"/>
                </a:lnTo>
                <a:lnTo>
                  <a:pt x="44640" y="2128697"/>
                </a:lnTo>
                <a:lnTo>
                  <a:pt x="25645" y="2087291"/>
                </a:lnTo>
                <a:lnTo>
                  <a:pt x="11636" y="2043399"/>
                </a:lnTo>
                <a:lnTo>
                  <a:pt x="2968" y="1997379"/>
                </a:lnTo>
                <a:lnTo>
                  <a:pt x="0" y="1949587"/>
                </a:lnTo>
                <a:lnTo>
                  <a:pt x="0" y="380999"/>
                </a:lnTo>
                <a:lnTo>
                  <a:pt x="2968" y="333208"/>
                </a:lnTo>
                <a:lnTo>
                  <a:pt x="11636" y="287187"/>
                </a:lnTo>
                <a:lnTo>
                  <a:pt x="25645" y="243296"/>
                </a:lnTo>
                <a:lnTo>
                  <a:pt x="44640" y="201889"/>
                </a:lnTo>
                <a:lnTo>
                  <a:pt x="68262" y="163326"/>
                </a:lnTo>
                <a:lnTo>
                  <a:pt x="96155" y="127962"/>
                </a:lnTo>
                <a:lnTo>
                  <a:pt x="127962" y="96155"/>
                </a:lnTo>
                <a:lnTo>
                  <a:pt x="163326" y="68262"/>
                </a:lnTo>
                <a:lnTo>
                  <a:pt x="201889" y="44640"/>
                </a:lnTo>
                <a:lnTo>
                  <a:pt x="243296" y="25645"/>
                </a:lnTo>
                <a:lnTo>
                  <a:pt x="287187" y="11636"/>
                </a:lnTo>
                <a:lnTo>
                  <a:pt x="333208" y="2968"/>
                </a:lnTo>
                <a:lnTo>
                  <a:pt x="380999" y="0"/>
                </a:lnTo>
                <a:lnTo>
                  <a:pt x="15849599" y="0"/>
                </a:lnTo>
                <a:lnTo>
                  <a:pt x="15897391" y="2968"/>
                </a:lnTo>
                <a:lnTo>
                  <a:pt x="15943411" y="11636"/>
                </a:lnTo>
                <a:lnTo>
                  <a:pt x="15987303" y="25645"/>
                </a:lnTo>
                <a:lnTo>
                  <a:pt x="16028709" y="44640"/>
                </a:lnTo>
                <a:lnTo>
                  <a:pt x="16067273" y="68262"/>
                </a:lnTo>
                <a:lnTo>
                  <a:pt x="16102637" y="96155"/>
                </a:lnTo>
                <a:lnTo>
                  <a:pt x="16134444" y="127962"/>
                </a:lnTo>
                <a:lnTo>
                  <a:pt x="16162337" y="163326"/>
                </a:lnTo>
                <a:lnTo>
                  <a:pt x="16185960" y="201889"/>
                </a:lnTo>
                <a:lnTo>
                  <a:pt x="16204954" y="243296"/>
                </a:lnTo>
                <a:lnTo>
                  <a:pt x="16218964" y="287187"/>
                </a:lnTo>
                <a:lnTo>
                  <a:pt x="16227632" y="333208"/>
                </a:lnTo>
                <a:lnTo>
                  <a:pt x="16230600" y="380999"/>
                </a:lnTo>
                <a:lnTo>
                  <a:pt x="16230600" y="1949587"/>
                </a:lnTo>
                <a:lnTo>
                  <a:pt x="16227632" y="1997379"/>
                </a:lnTo>
                <a:lnTo>
                  <a:pt x="16218964" y="2043399"/>
                </a:lnTo>
                <a:lnTo>
                  <a:pt x="16204954" y="2087291"/>
                </a:lnTo>
                <a:lnTo>
                  <a:pt x="16185960" y="2128697"/>
                </a:lnTo>
                <a:lnTo>
                  <a:pt x="16162337" y="2167261"/>
                </a:lnTo>
                <a:lnTo>
                  <a:pt x="16134444" y="2202625"/>
                </a:lnTo>
                <a:lnTo>
                  <a:pt x="16102637" y="2234432"/>
                </a:lnTo>
                <a:lnTo>
                  <a:pt x="16067273" y="2262325"/>
                </a:lnTo>
                <a:lnTo>
                  <a:pt x="16028709" y="2285947"/>
                </a:lnTo>
                <a:lnTo>
                  <a:pt x="15987303" y="2304942"/>
                </a:lnTo>
                <a:lnTo>
                  <a:pt x="15943411" y="2318951"/>
                </a:lnTo>
                <a:lnTo>
                  <a:pt x="15897391" y="2327619"/>
                </a:lnTo>
                <a:lnTo>
                  <a:pt x="15849599" y="2330587"/>
                </a:lnTo>
                <a:close/>
              </a:path>
            </a:pathLst>
          </a:custGeom>
          <a:solidFill>
            <a:srgbClr val="010E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717" y="1125460"/>
            <a:ext cx="80391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Home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8241" y="1127673"/>
            <a:ext cx="80772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About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62730" y="1127673"/>
            <a:ext cx="111633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spc="114" dirty="0">
                <a:solidFill>
                  <a:srgbClr val="FFFFFF"/>
                </a:solidFill>
                <a:latin typeface="Trebuchet MS"/>
                <a:cs typeface="Trebuchet MS"/>
              </a:rPr>
              <a:t>Content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27767" y="1125460"/>
            <a:ext cx="88900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Others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6126" y="2819825"/>
            <a:ext cx="1235456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 dirty="0" smtClean="0">
                <a:solidFill>
                  <a:schemeClr val="bg1"/>
                </a:solidFill>
                <a:latin typeface="Trebuchet MS"/>
                <a:cs typeface="Trebuchet MS"/>
              </a:rPr>
              <a:t>4. large orders with long lead times-</a:t>
            </a:r>
            <a:endParaRPr sz="2000" b="1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pic>
        <p:nvPicPr>
          <p:cNvPr id="13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5817544"/>
            <a:ext cx="4648199" cy="38963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480" y="3683158"/>
            <a:ext cx="7310120" cy="1423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961" y="5107058"/>
            <a:ext cx="8716639" cy="445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451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2548139"/>
            <a:ext cx="16230600" cy="863333"/>
          </a:xfrm>
          <a:custGeom>
            <a:avLst/>
            <a:gdLst/>
            <a:ahLst/>
            <a:cxnLst/>
            <a:rect l="l" t="t" r="r" b="b"/>
            <a:pathLst>
              <a:path w="16230600" h="2331085">
                <a:moveTo>
                  <a:pt x="15849599" y="2330587"/>
                </a:moveTo>
                <a:lnTo>
                  <a:pt x="380999" y="2330587"/>
                </a:lnTo>
                <a:lnTo>
                  <a:pt x="333208" y="2327619"/>
                </a:lnTo>
                <a:lnTo>
                  <a:pt x="287187" y="2318951"/>
                </a:lnTo>
                <a:lnTo>
                  <a:pt x="243296" y="2304942"/>
                </a:lnTo>
                <a:lnTo>
                  <a:pt x="201889" y="2285947"/>
                </a:lnTo>
                <a:lnTo>
                  <a:pt x="163326" y="2262325"/>
                </a:lnTo>
                <a:lnTo>
                  <a:pt x="127962" y="2234432"/>
                </a:lnTo>
                <a:lnTo>
                  <a:pt x="96155" y="2202625"/>
                </a:lnTo>
                <a:lnTo>
                  <a:pt x="68262" y="2167261"/>
                </a:lnTo>
                <a:lnTo>
                  <a:pt x="44640" y="2128697"/>
                </a:lnTo>
                <a:lnTo>
                  <a:pt x="25645" y="2087291"/>
                </a:lnTo>
                <a:lnTo>
                  <a:pt x="11636" y="2043399"/>
                </a:lnTo>
                <a:lnTo>
                  <a:pt x="2968" y="1997379"/>
                </a:lnTo>
                <a:lnTo>
                  <a:pt x="0" y="1949587"/>
                </a:lnTo>
                <a:lnTo>
                  <a:pt x="0" y="380999"/>
                </a:lnTo>
                <a:lnTo>
                  <a:pt x="2968" y="333208"/>
                </a:lnTo>
                <a:lnTo>
                  <a:pt x="11636" y="287187"/>
                </a:lnTo>
                <a:lnTo>
                  <a:pt x="25645" y="243296"/>
                </a:lnTo>
                <a:lnTo>
                  <a:pt x="44640" y="201889"/>
                </a:lnTo>
                <a:lnTo>
                  <a:pt x="68262" y="163326"/>
                </a:lnTo>
                <a:lnTo>
                  <a:pt x="96155" y="127962"/>
                </a:lnTo>
                <a:lnTo>
                  <a:pt x="127962" y="96155"/>
                </a:lnTo>
                <a:lnTo>
                  <a:pt x="163326" y="68262"/>
                </a:lnTo>
                <a:lnTo>
                  <a:pt x="201889" y="44640"/>
                </a:lnTo>
                <a:lnTo>
                  <a:pt x="243296" y="25645"/>
                </a:lnTo>
                <a:lnTo>
                  <a:pt x="287187" y="11636"/>
                </a:lnTo>
                <a:lnTo>
                  <a:pt x="333208" y="2968"/>
                </a:lnTo>
                <a:lnTo>
                  <a:pt x="380999" y="0"/>
                </a:lnTo>
                <a:lnTo>
                  <a:pt x="15849599" y="0"/>
                </a:lnTo>
                <a:lnTo>
                  <a:pt x="15897391" y="2968"/>
                </a:lnTo>
                <a:lnTo>
                  <a:pt x="15943411" y="11636"/>
                </a:lnTo>
                <a:lnTo>
                  <a:pt x="15987303" y="25645"/>
                </a:lnTo>
                <a:lnTo>
                  <a:pt x="16028709" y="44640"/>
                </a:lnTo>
                <a:lnTo>
                  <a:pt x="16067273" y="68262"/>
                </a:lnTo>
                <a:lnTo>
                  <a:pt x="16102637" y="96155"/>
                </a:lnTo>
                <a:lnTo>
                  <a:pt x="16134444" y="127962"/>
                </a:lnTo>
                <a:lnTo>
                  <a:pt x="16162337" y="163326"/>
                </a:lnTo>
                <a:lnTo>
                  <a:pt x="16185960" y="201889"/>
                </a:lnTo>
                <a:lnTo>
                  <a:pt x="16204954" y="243296"/>
                </a:lnTo>
                <a:lnTo>
                  <a:pt x="16218964" y="287187"/>
                </a:lnTo>
                <a:lnTo>
                  <a:pt x="16227632" y="333208"/>
                </a:lnTo>
                <a:lnTo>
                  <a:pt x="16230600" y="380999"/>
                </a:lnTo>
                <a:lnTo>
                  <a:pt x="16230600" y="1949587"/>
                </a:lnTo>
                <a:lnTo>
                  <a:pt x="16227632" y="1997379"/>
                </a:lnTo>
                <a:lnTo>
                  <a:pt x="16218964" y="2043399"/>
                </a:lnTo>
                <a:lnTo>
                  <a:pt x="16204954" y="2087291"/>
                </a:lnTo>
                <a:lnTo>
                  <a:pt x="16185960" y="2128697"/>
                </a:lnTo>
                <a:lnTo>
                  <a:pt x="16162337" y="2167261"/>
                </a:lnTo>
                <a:lnTo>
                  <a:pt x="16134444" y="2202625"/>
                </a:lnTo>
                <a:lnTo>
                  <a:pt x="16102637" y="2234432"/>
                </a:lnTo>
                <a:lnTo>
                  <a:pt x="16067273" y="2262325"/>
                </a:lnTo>
                <a:lnTo>
                  <a:pt x="16028709" y="2285947"/>
                </a:lnTo>
                <a:lnTo>
                  <a:pt x="15987303" y="2304942"/>
                </a:lnTo>
                <a:lnTo>
                  <a:pt x="15943411" y="2318951"/>
                </a:lnTo>
                <a:lnTo>
                  <a:pt x="15897391" y="2327619"/>
                </a:lnTo>
                <a:lnTo>
                  <a:pt x="15849599" y="2330587"/>
                </a:lnTo>
                <a:close/>
              </a:path>
            </a:pathLst>
          </a:custGeom>
          <a:solidFill>
            <a:srgbClr val="010E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717" y="1125460"/>
            <a:ext cx="80391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Home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8241" y="1127673"/>
            <a:ext cx="80772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About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62730" y="1127673"/>
            <a:ext cx="111633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spc="114" dirty="0">
                <a:solidFill>
                  <a:srgbClr val="FFFFFF"/>
                </a:solidFill>
                <a:latin typeface="Trebuchet MS"/>
                <a:cs typeface="Trebuchet MS"/>
              </a:rPr>
              <a:t>Content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27767" y="1125460"/>
            <a:ext cx="88900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Others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6126" y="2819825"/>
            <a:ext cx="1235456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 dirty="0" smtClean="0">
                <a:solidFill>
                  <a:schemeClr val="bg1"/>
                </a:solidFill>
                <a:latin typeface="Trebuchet MS"/>
                <a:cs typeface="Trebuchet MS"/>
              </a:rPr>
              <a:t>5. Most cost-efficient shipping carrier-</a:t>
            </a:r>
            <a:endParaRPr sz="2000" b="1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pic>
        <p:nvPicPr>
          <p:cNvPr id="13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5817544"/>
            <a:ext cx="4648199" cy="38963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238" y="3869987"/>
            <a:ext cx="8604162" cy="15021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0" y="5817544"/>
            <a:ext cx="5686900" cy="366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652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2548139"/>
            <a:ext cx="16230600" cy="863333"/>
          </a:xfrm>
          <a:custGeom>
            <a:avLst/>
            <a:gdLst/>
            <a:ahLst/>
            <a:cxnLst/>
            <a:rect l="l" t="t" r="r" b="b"/>
            <a:pathLst>
              <a:path w="16230600" h="2331085">
                <a:moveTo>
                  <a:pt x="15849599" y="2330587"/>
                </a:moveTo>
                <a:lnTo>
                  <a:pt x="380999" y="2330587"/>
                </a:lnTo>
                <a:lnTo>
                  <a:pt x="333208" y="2327619"/>
                </a:lnTo>
                <a:lnTo>
                  <a:pt x="287187" y="2318951"/>
                </a:lnTo>
                <a:lnTo>
                  <a:pt x="243296" y="2304942"/>
                </a:lnTo>
                <a:lnTo>
                  <a:pt x="201889" y="2285947"/>
                </a:lnTo>
                <a:lnTo>
                  <a:pt x="163326" y="2262325"/>
                </a:lnTo>
                <a:lnTo>
                  <a:pt x="127962" y="2234432"/>
                </a:lnTo>
                <a:lnTo>
                  <a:pt x="96155" y="2202625"/>
                </a:lnTo>
                <a:lnTo>
                  <a:pt x="68262" y="2167261"/>
                </a:lnTo>
                <a:lnTo>
                  <a:pt x="44640" y="2128697"/>
                </a:lnTo>
                <a:lnTo>
                  <a:pt x="25645" y="2087291"/>
                </a:lnTo>
                <a:lnTo>
                  <a:pt x="11636" y="2043399"/>
                </a:lnTo>
                <a:lnTo>
                  <a:pt x="2968" y="1997379"/>
                </a:lnTo>
                <a:lnTo>
                  <a:pt x="0" y="1949587"/>
                </a:lnTo>
                <a:lnTo>
                  <a:pt x="0" y="380999"/>
                </a:lnTo>
                <a:lnTo>
                  <a:pt x="2968" y="333208"/>
                </a:lnTo>
                <a:lnTo>
                  <a:pt x="11636" y="287187"/>
                </a:lnTo>
                <a:lnTo>
                  <a:pt x="25645" y="243296"/>
                </a:lnTo>
                <a:lnTo>
                  <a:pt x="44640" y="201889"/>
                </a:lnTo>
                <a:lnTo>
                  <a:pt x="68262" y="163326"/>
                </a:lnTo>
                <a:lnTo>
                  <a:pt x="96155" y="127962"/>
                </a:lnTo>
                <a:lnTo>
                  <a:pt x="127962" y="96155"/>
                </a:lnTo>
                <a:lnTo>
                  <a:pt x="163326" y="68262"/>
                </a:lnTo>
                <a:lnTo>
                  <a:pt x="201889" y="44640"/>
                </a:lnTo>
                <a:lnTo>
                  <a:pt x="243296" y="25645"/>
                </a:lnTo>
                <a:lnTo>
                  <a:pt x="287187" y="11636"/>
                </a:lnTo>
                <a:lnTo>
                  <a:pt x="333208" y="2968"/>
                </a:lnTo>
                <a:lnTo>
                  <a:pt x="380999" y="0"/>
                </a:lnTo>
                <a:lnTo>
                  <a:pt x="15849599" y="0"/>
                </a:lnTo>
                <a:lnTo>
                  <a:pt x="15897391" y="2968"/>
                </a:lnTo>
                <a:lnTo>
                  <a:pt x="15943411" y="11636"/>
                </a:lnTo>
                <a:lnTo>
                  <a:pt x="15987303" y="25645"/>
                </a:lnTo>
                <a:lnTo>
                  <a:pt x="16028709" y="44640"/>
                </a:lnTo>
                <a:lnTo>
                  <a:pt x="16067273" y="68262"/>
                </a:lnTo>
                <a:lnTo>
                  <a:pt x="16102637" y="96155"/>
                </a:lnTo>
                <a:lnTo>
                  <a:pt x="16134444" y="127962"/>
                </a:lnTo>
                <a:lnTo>
                  <a:pt x="16162337" y="163326"/>
                </a:lnTo>
                <a:lnTo>
                  <a:pt x="16185960" y="201889"/>
                </a:lnTo>
                <a:lnTo>
                  <a:pt x="16204954" y="243296"/>
                </a:lnTo>
                <a:lnTo>
                  <a:pt x="16218964" y="287187"/>
                </a:lnTo>
                <a:lnTo>
                  <a:pt x="16227632" y="333208"/>
                </a:lnTo>
                <a:lnTo>
                  <a:pt x="16230600" y="380999"/>
                </a:lnTo>
                <a:lnTo>
                  <a:pt x="16230600" y="1949587"/>
                </a:lnTo>
                <a:lnTo>
                  <a:pt x="16227632" y="1997379"/>
                </a:lnTo>
                <a:lnTo>
                  <a:pt x="16218964" y="2043399"/>
                </a:lnTo>
                <a:lnTo>
                  <a:pt x="16204954" y="2087291"/>
                </a:lnTo>
                <a:lnTo>
                  <a:pt x="16185960" y="2128697"/>
                </a:lnTo>
                <a:lnTo>
                  <a:pt x="16162337" y="2167261"/>
                </a:lnTo>
                <a:lnTo>
                  <a:pt x="16134444" y="2202625"/>
                </a:lnTo>
                <a:lnTo>
                  <a:pt x="16102637" y="2234432"/>
                </a:lnTo>
                <a:lnTo>
                  <a:pt x="16067273" y="2262325"/>
                </a:lnTo>
                <a:lnTo>
                  <a:pt x="16028709" y="2285947"/>
                </a:lnTo>
                <a:lnTo>
                  <a:pt x="15987303" y="2304942"/>
                </a:lnTo>
                <a:lnTo>
                  <a:pt x="15943411" y="2318951"/>
                </a:lnTo>
                <a:lnTo>
                  <a:pt x="15897391" y="2327619"/>
                </a:lnTo>
                <a:lnTo>
                  <a:pt x="15849599" y="2330587"/>
                </a:lnTo>
                <a:close/>
              </a:path>
            </a:pathLst>
          </a:custGeom>
          <a:solidFill>
            <a:srgbClr val="010E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717" y="1125460"/>
            <a:ext cx="80391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Home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8241" y="1127673"/>
            <a:ext cx="80772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About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62730" y="1127673"/>
            <a:ext cx="111633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spc="114" dirty="0">
                <a:solidFill>
                  <a:srgbClr val="FFFFFF"/>
                </a:solidFill>
                <a:latin typeface="Trebuchet MS"/>
                <a:cs typeface="Trebuchet MS"/>
              </a:rPr>
              <a:t>Content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27767" y="1125460"/>
            <a:ext cx="88900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Others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6126" y="2819825"/>
            <a:ext cx="1235456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 dirty="0" smtClean="0">
                <a:solidFill>
                  <a:schemeClr val="bg1"/>
                </a:solidFill>
                <a:latin typeface="Trebuchet MS"/>
                <a:cs typeface="Trebuchet MS"/>
              </a:rPr>
              <a:t>6.Average shipping time by supplier-</a:t>
            </a:r>
            <a:endParaRPr sz="2000" b="1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pic>
        <p:nvPicPr>
          <p:cNvPr id="13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5817544"/>
            <a:ext cx="4648199" cy="38963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247" y="3683158"/>
            <a:ext cx="8576753" cy="16458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5600700"/>
            <a:ext cx="59436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650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2548139"/>
            <a:ext cx="16230600" cy="863333"/>
          </a:xfrm>
          <a:custGeom>
            <a:avLst/>
            <a:gdLst/>
            <a:ahLst/>
            <a:cxnLst/>
            <a:rect l="l" t="t" r="r" b="b"/>
            <a:pathLst>
              <a:path w="16230600" h="2331085">
                <a:moveTo>
                  <a:pt x="15849599" y="2330587"/>
                </a:moveTo>
                <a:lnTo>
                  <a:pt x="380999" y="2330587"/>
                </a:lnTo>
                <a:lnTo>
                  <a:pt x="333208" y="2327619"/>
                </a:lnTo>
                <a:lnTo>
                  <a:pt x="287187" y="2318951"/>
                </a:lnTo>
                <a:lnTo>
                  <a:pt x="243296" y="2304942"/>
                </a:lnTo>
                <a:lnTo>
                  <a:pt x="201889" y="2285947"/>
                </a:lnTo>
                <a:lnTo>
                  <a:pt x="163326" y="2262325"/>
                </a:lnTo>
                <a:lnTo>
                  <a:pt x="127962" y="2234432"/>
                </a:lnTo>
                <a:lnTo>
                  <a:pt x="96155" y="2202625"/>
                </a:lnTo>
                <a:lnTo>
                  <a:pt x="68262" y="2167261"/>
                </a:lnTo>
                <a:lnTo>
                  <a:pt x="44640" y="2128697"/>
                </a:lnTo>
                <a:lnTo>
                  <a:pt x="25645" y="2087291"/>
                </a:lnTo>
                <a:lnTo>
                  <a:pt x="11636" y="2043399"/>
                </a:lnTo>
                <a:lnTo>
                  <a:pt x="2968" y="1997379"/>
                </a:lnTo>
                <a:lnTo>
                  <a:pt x="0" y="1949587"/>
                </a:lnTo>
                <a:lnTo>
                  <a:pt x="0" y="380999"/>
                </a:lnTo>
                <a:lnTo>
                  <a:pt x="2968" y="333208"/>
                </a:lnTo>
                <a:lnTo>
                  <a:pt x="11636" y="287187"/>
                </a:lnTo>
                <a:lnTo>
                  <a:pt x="25645" y="243296"/>
                </a:lnTo>
                <a:lnTo>
                  <a:pt x="44640" y="201889"/>
                </a:lnTo>
                <a:lnTo>
                  <a:pt x="68262" y="163326"/>
                </a:lnTo>
                <a:lnTo>
                  <a:pt x="96155" y="127962"/>
                </a:lnTo>
                <a:lnTo>
                  <a:pt x="127962" y="96155"/>
                </a:lnTo>
                <a:lnTo>
                  <a:pt x="163326" y="68262"/>
                </a:lnTo>
                <a:lnTo>
                  <a:pt x="201889" y="44640"/>
                </a:lnTo>
                <a:lnTo>
                  <a:pt x="243296" y="25645"/>
                </a:lnTo>
                <a:lnTo>
                  <a:pt x="287187" y="11636"/>
                </a:lnTo>
                <a:lnTo>
                  <a:pt x="333208" y="2968"/>
                </a:lnTo>
                <a:lnTo>
                  <a:pt x="380999" y="0"/>
                </a:lnTo>
                <a:lnTo>
                  <a:pt x="15849599" y="0"/>
                </a:lnTo>
                <a:lnTo>
                  <a:pt x="15897391" y="2968"/>
                </a:lnTo>
                <a:lnTo>
                  <a:pt x="15943411" y="11636"/>
                </a:lnTo>
                <a:lnTo>
                  <a:pt x="15987303" y="25645"/>
                </a:lnTo>
                <a:lnTo>
                  <a:pt x="16028709" y="44640"/>
                </a:lnTo>
                <a:lnTo>
                  <a:pt x="16067273" y="68262"/>
                </a:lnTo>
                <a:lnTo>
                  <a:pt x="16102637" y="96155"/>
                </a:lnTo>
                <a:lnTo>
                  <a:pt x="16134444" y="127962"/>
                </a:lnTo>
                <a:lnTo>
                  <a:pt x="16162337" y="163326"/>
                </a:lnTo>
                <a:lnTo>
                  <a:pt x="16185960" y="201889"/>
                </a:lnTo>
                <a:lnTo>
                  <a:pt x="16204954" y="243296"/>
                </a:lnTo>
                <a:lnTo>
                  <a:pt x="16218964" y="287187"/>
                </a:lnTo>
                <a:lnTo>
                  <a:pt x="16227632" y="333208"/>
                </a:lnTo>
                <a:lnTo>
                  <a:pt x="16230600" y="380999"/>
                </a:lnTo>
                <a:lnTo>
                  <a:pt x="16230600" y="1949587"/>
                </a:lnTo>
                <a:lnTo>
                  <a:pt x="16227632" y="1997379"/>
                </a:lnTo>
                <a:lnTo>
                  <a:pt x="16218964" y="2043399"/>
                </a:lnTo>
                <a:lnTo>
                  <a:pt x="16204954" y="2087291"/>
                </a:lnTo>
                <a:lnTo>
                  <a:pt x="16185960" y="2128697"/>
                </a:lnTo>
                <a:lnTo>
                  <a:pt x="16162337" y="2167261"/>
                </a:lnTo>
                <a:lnTo>
                  <a:pt x="16134444" y="2202625"/>
                </a:lnTo>
                <a:lnTo>
                  <a:pt x="16102637" y="2234432"/>
                </a:lnTo>
                <a:lnTo>
                  <a:pt x="16067273" y="2262325"/>
                </a:lnTo>
                <a:lnTo>
                  <a:pt x="16028709" y="2285947"/>
                </a:lnTo>
                <a:lnTo>
                  <a:pt x="15987303" y="2304942"/>
                </a:lnTo>
                <a:lnTo>
                  <a:pt x="15943411" y="2318951"/>
                </a:lnTo>
                <a:lnTo>
                  <a:pt x="15897391" y="2327619"/>
                </a:lnTo>
                <a:lnTo>
                  <a:pt x="15849599" y="2330587"/>
                </a:lnTo>
                <a:close/>
              </a:path>
            </a:pathLst>
          </a:custGeom>
          <a:solidFill>
            <a:srgbClr val="010E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717" y="1125460"/>
            <a:ext cx="80391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Home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8241" y="1127673"/>
            <a:ext cx="80772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About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62730" y="1127673"/>
            <a:ext cx="111633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spc="114" dirty="0">
                <a:solidFill>
                  <a:srgbClr val="FFFFFF"/>
                </a:solidFill>
                <a:latin typeface="Trebuchet MS"/>
                <a:cs typeface="Trebuchet MS"/>
              </a:rPr>
              <a:t>Content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27767" y="1125460"/>
            <a:ext cx="88900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Others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6126" y="2819825"/>
            <a:ext cx="1235456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 dirty="0" smtClean="0">
                <a:solidFill>
                  <a:schemeClr val="bg1"/>
                </a:solidFill>
                <a:latin typeface="Trebuchet MS"/>
                <a:cs typeface="Trebuchet MS"/>
              </a:rPr>
              <a:t>7.City with fastest average shipping-</a:t>
            </a:r>
            <a:endParaRPr sz="2000" b="1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pic>
        <p:nvPicPr>
          <p:cNvPr id="13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5817544"/>
            <a:ext cx="4648199" cy="38963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3716178"/>
            <a:ext cx="8388260" cy="18296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163928"/>
            <a:ext cx="5632539" cy="351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083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2548139"/>
            <a:ext cx="16230600" cy="863333"/>
          </a:xfrm>
          <a:custGeom>
            <a:avLst/>
            <a:gdLst/>
            <a:ahLst/>
            <a:cxnLst/>
            <a:rect l="l" t="t" r="r" b="b"/>
            <a:pathLst>
              <a:path w="16230600" h="2331085">
                <a:moveTo>
                  <a:pt x="15849599" y="2330587"/>
                </a:moveTo>
                <a:lnTo>
                  <a:pt x="380999" y="2330587"/>
                </a:lnTo>
                <a:lnTo>
                  <a:pt x="333208" y="2327619"/>
                </a:lnTo>
                <a:lnTo>
                  <a:pt x="287187" y="2318951"/>
                </a:lnTo>
                <a:lnTo>
                  <a:pt x="243296" y="2304942"/>
                </a:lnTo>
                <a:lnTo>
                  <a:pt x="201889" y="2285947"/>
                </a:lnTo>
                <a:lnTo>
                  <a:pt x="163326" y="2262325"/>
                </a:lnTo>
                <a:lnTo>
                  <a:pt x="127962" y="2234432"/>
                </a:lnTo>
                <a:lnTo>
                  <a:pt x="96155" y="2202625"/>
                </a:lnTo>
                <a:lnTo>
                  <a:pt x="68262" y="2167261"/>
                </a:lnTo>
                <a:lnTo>
                  <a:pt x="44640" y="2128697"/>
                </a:lnTo>
                <a:lnTo>
                  <a:pt x="25645" y="2087291"/>
                </a:lnTo>
                <a:lnTo>
                  <a:pt x="11636" y="2043399"/>
                </a:lnTo>
                <a:lnTo>
                  <a:pt x="2968" y="1997379"/>
                </a:lnTo>
                <a:lnTo>
                  <a:pt x="0" y="1949587"/>
                </a:lnTo>
                <a:lnTo>
                  <a:pt x="0" y="380999"/>
                </a:lnTo>
                <a:lnTo>
                  <a:pt x="2968" y="333208"/>
                </a:lnTo>
                <a:lnTo>
                  <a:pt x="11636" y="287187"/>
                </a:lnTo>
                <a:lnTo>
                  <a:pt x="25645" y="243296"/>
                </a:lnTo>
                <a:lnTo>
                  <a:pt x="44640" y="201889"/>
                </a:lnTo>
                <a:lnTo>
                  <a:pt x="68262" y="163326"/>
                </a:lnTo>
                <a:lnTo>
                  <a:pt x="96155" y="127962"/>
                </a:lnTo>
                <a:lnTo>
                  <a:pt x="127962" y="96155"/>
                </a:lnTo>
                <a:lnTo>
                  <a:pt x="163326" y="68262"/>
                </a:lnTo>
                <a:lnTo>
                  <a:pt x="201889" y="44640"/>
                </a:lnTo>
                <a:lnTo>
                  <a:pt x="243296" y="25645"/>
                </a:lnTo>
                <a:lnTo>
                  <a:pt x="287187" y="11636"/>
                </a:lnTo>
                <a:lnTo>
                  <a:pt x="333208" y="2968"/>
                </a:lnTo>
                <a:lnTo>
                  <a:pt x="380999" y="0"/>
                </a:lnTo>
                <a:lnTo>
                  <a:pt x="15849599" y="0"/>
                </a:lnTo>
                <a:lnTo>
                  <a:pt x="15897391" y="2968"/>
                </a:lnTo>
                <a:lnTo>
                  <a:pt x="15943411" y="11636"/>
                </a:lnTo>
                <a:lnTo>
                  <a:pt x="15987303" y="25645"/>
                </a:lnTo>
                <a:lnTo>
                  <a:pt x="16028709" y="44640"/>
                </a:lnTo>
                <a:lnTo>
                  <a:pt x="16067273" y="68262"/>
                </a:lnTo>
                <a:lnTo>
                  <a:pt x="16102637" y="96155"/>
                </a:lnTo>
                <a:lnTo>
                  <a:pt x="16134444" y="127962"/>
                </a:lnTo>
                <a:lnTo>
                  <a:pt x="16162337" y="163326"/>
                </a:lnTo>
                <a:lnTo>
                  <a:pt x="16185960" y="201889"/>
                </a:lnTo>
                <a:lnTo>
                  <a:pt x="16204954" y="243296"/>
                </a:lnTo>
                <a:lnTo>
                  <a:pt x="16218964" y="287187"/>
                </a:lnTo>
                <a:lnTo>
                  <a:pt x="16227632" y="333208"/>
                </a:lnTo>
                <a:lnTo>
                  <a:pt x="16230600" y="380999"/>
                </a:lnTo>
                <a:lnTo>
                  <a:pt x="16230600" y="1949587"/>
                </a:lnTo>
                <a:lnTo>
                  <a:pt x="16227632" y="1997379"/>
                </a:lnTo>
                <a:lnTo>
                  <a:pt x="16218964" y="2043399"/>
                </a:lnTo>
                <a:lnTo>
                  <a:pt x="16204954" y="2087291"/>
                </a:lnTo>
                <a:lnTo>
                  <a:pt x="16185960" y="2128697"/>
                </a:lnTo>
                <a:lnTo>
                  <a:pt x="16162337" y="2167261"/>
                </a:lnTo>
                <a:lnTo>
                  <a:pt x="16134444" y="2202625"/>
                </a:lnTo>
                <a:lnTo>
                  <a:pt x="16102637" y="2234432"/>
                </a:lnTo>
                <a:lnTo>
                  <a:pt x="16067273" y="2262325"/>
                </a:lnTo>
                <a:lnTo>
                  <a:pt x="16028709" y="2285947"/>
                </a:lnTo>
                <a:lnTo>
                  <a:pt x="15987303" y="2304942"/>
                </a:lnTo>
                <a:lnTo>
                  <a:pt x="15943411" y="2318951"/>
                </a:lnTo>
                <a:lnTo>
                  <a:pt x="15897391" y="2327619"/>
                </a:lnTo>
                <a:lnTo>
                  <a:pt x="15849599" y="2330587"/>
                </a:lnTo>
                <a:close/>
              </a:path>
            </a:pathLst>
          </a:custGeom>
          <a:solidFill>
            <a:srgbClr val="010E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717" y="1125460"/>
            <a:ext cx="80391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Home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8241" y="1127673"/>
            <a:ext cx="80772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About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62730" y="1127673"/>
            <a:ext cx="111633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spc="114" dirty="0">
                <a:solidFill>
                  <a:srgbClr val="FFFFFF"/>
                </a:solidFill>
                <a:latin typeface="Trebuchet MS"/>
                <a:cs typeface="Trebuchet MS"/>
              </a:rPr>
              <a:t>Content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27767" y="1125460"/>
            <a:ext cx="88900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Others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6126" y="2819825"/>
            <a:ext cx="1235456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 dirty="0" smtClean="0">
                <a:solidFill>
                  <a:schemeClr val="bg1"/>
                </a:solidFill>
                <a:latin typeface="Trebuchet MS"/>
                <a:cs typeface="Trebuchet MS"/>
              </a:rPr>
              <a:t>8.Highest production volume supplier-</a:t>
            </a:r>
            <a:endParaRPr sz="2000" b="1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pic>
        <p:nvPicPr>
          <p:cNvPr id="13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5817544"/>
            <a:ext cx="4648199" cy="38963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126" y="3685698"/>
            <a:ext cx="7185474" cy="18601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250" y="6057900"/>
            <a:ext cx="54864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903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2548139"/>
            <a:ext cx="16230600" cy="863333"/>
          </a:xfrm>
          <a:custGeom>
            <a:avLst/>
            <a:gdLst/>
            <a:ahLst/>
            <a:cxnLst/>
            <a:rect l="l" t="t" r="r" b="b"/>
            <a:pathLst>
              <a:path w="16230600" h="2331085">
                <a:moveTo>
                  <a:pt x="15849599" y="2330587"/>
                </a:moveTo>
                <a:lnTo>
                  <a:pt x="380999" y="2330587"/>
                </a:lnTo>
                <a:lnTo>
                  <a:pt x="333208" y="2327619"/>
                </a:lnTo>
                <a:lnTo>
                  <a:pt x="287187" y="2318951"/>
                </a:lnTo>
                <a:lnTo>
                  <a:pt x="243296" y="2304942"/>
                </a:lnTo>
                <a:lnTo>
                  <a:pt x="201889" y="2285947"/>
                </a:lnTo>
                <a:lnTo>
                  <a:pt x="163326" y="2262325"/>
                </a:lnTo>
                <a:lnTo>
                  <a:pt x="127962" y="2234432"/>
                </a:lnTo>
                <a:lnTo>
                  <a:pt x="96155" y="2202625"/>
                </a:lnTo>
                <a:lnTo>
                  <a:pt x="68262" y="2167261"/>
                </a:lnTo>
                <a:lnTo>
                  <a:pt x="44640" y="2128697"/>
                </a:lnTo>
                <a:lnTo>
                  <a:pt x="25645" y="2087291"/>
                </a:lnTo>
                <a:lnTo>
                  <a:pt x="11636" y="2043399"/>
                </a:lnTo>
                <a:lnTo>
                  <a:pt x="2968" y="1997379"/>
                </a:lnTo>
                <a:lnTo>
                  <a:pt x="0" y="1949587"/>
                </a:lnTo>
                <a:lnTo>
                  <a:pt x="0" y="380999"/>
                </a:lnTo>
                <a:lnTo>
                  <a:pt x="2968" y="333208"/>
                </a:lnTo>
                <a:lnTo>
                  <a:pt x="11636" y="287187"/>
                </a:lnTo>
                <a:lnTo>
                  <a:pt x="25645" y="243296"/>
                </a:lnTo>
                <a:lnTo>
                  <a:pt x="44640" y="201889"/>
                </a:lnTo>
                <a:lnTo>
                  <a:pt x="68262" y="163326"/>
                </a:lnTo>
                <a:lnTo>
                  <a:pt x="96155" y="127962"/>
                </a:lnTo>
                <a:lnTo>
                  <a:pt x="127962" y="96155"/>
                </a:lnTo>
                <a:lnTo>
                  <a:pt x="163326" y="68262"/>
                </a:lnTo>
                <a:lnTo>
                  <a:pt x="201889" y="44640"/>
                </a:lnTo>
                <a:lnTo>
                  <a:pt x="243296" y="25645"/>
                </a:lnTo>
                <a:lnTo>
                  <a:pt x="287187" y="11636"/>
                </a:lnTo>
                <a:lnTo>
                  <a:pt x="333208" y="2968"/>
                </a:lnTo>
                <a:lnTo>
                  <a:pt x="380999" y="0"/>
                </a:lnTo>
                <a:lnTo>
                  <a:pt x="15849599" y="0"/>
                </a:lnTo>
                <a:lnTo>
                  <a:pt x="15897391" y="2968"/>
                </a:lnTo>
                <a:lnTo>
                  <a:pt x="15943411" y="11636"/>
                </a:lnTo>
                <a:lnTo>
                  <a:pt x="15987303" y="25645"/>
                </a:lnTo>
                <a:lnTo>
                  <a:pt x="16028709" y="44640"/>
                </a:lnTo>
                <a:lnTo>
                  <a:pt x="16067273" y="68262"/>
                </a:lnTo>
                <a:lnTo>
                  <a:pt x="16102637" y="96155"/>
                </a:lnTo>
                <a:lnTo>
                  <a:pt x="16134444" y="127962"/>
                </a:lnTo>
                <a:lnTo>
                  <a:pt x="16162337" y="163326"/>
                </a:lnTo>
                <a:lnTo>
                  <a:pt x="16185960" y="201889"/>
                </a:lnTo>
                <a:lnTo>
                  <a:pt x="16204954" y="243296"/>
                </a:lnTo>
                <a:lnTo>
                  <a:pt x="16218964" y="287187"/>
                </a:lnTo>
                <a:lnTo>
                  <a:pt x="16227632" y="333208"/>
                </a:lnTo>
                <a:lnTo>
                  <a:pt x="16230600" y="380999"/>
                </a:lnTo>
                <a:lnTo>
                  <a:pt x="16230600" y="1949587"/>
                </a:lnTo>
                <a:lnTo>
                  <a:pt x="16227632" y="1997379"/>
                </a:lnTo>
                <a:lnTo>
                  <a:pt x="16218964" y="2043399"/>
                </a:lnTo>
                <a:lnTo>
                  <a:pt x="16204954" y="2087291"/>
                </a:lnTo>
                <a:lnTo>
                  <a:pt x="16185960" y="2128697"/>
                </a:lnTo>
                <a:lnTo>
                  <a:pt x="16162337" y="2167261"/>
                </a:lnTo>
                <a:lnTo>
                  <a:pt x="16134444" y="2202625"/>
                </a:lnTo>
                <a:lnTo>
                  <a:pt x="16102637" y="2234432"/>
                </a:lnTo>
                <a:lnTo>
                  <a:pt x="16067273" y="2262325"/>
                </a:lnTo>
                <a:lnTo>
                  <a:pt x="16028709" y="2285947"/>
                </a:lnTo>
                <a:lnTo>
                  <a:pt x="15987303" y="2304942"/>
                </a:lnTo>
                <a:lnTo>
                  <a:pt x="15943411" y="2318951"/>
                </a:lnTo>
                <a:lnTo>
                  <a:pt x="15897391" y="2327619"/>
                </a:lnTo>
                <a:lnTo>
                  <a:pt x="15849599" y="2330587"/>
                </a:lnTo>
                <a:close/>
              </a:path>
            </a:pathLst>
          </a:custGeom>
          <a:solidFill>
            <a:srgbClr val="010E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717" y="1125460"/>
            <a:ext cx="80391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Home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8241" y="1127673"/>
            <a:ext cx="80772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About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62730" y="1127673"/>
            <a:ext cx="111633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spc="114" dirty="0">
                <a:solidFill>
                  <a:srgbClr val="FFFFFF"/>
                </a:solidFill>
                <a:latin typeface="Trebuchet MS"/>
                <a:cs typeface="Trebuchet MS"/>
              </a:rPr>
              <a:t>Content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27767" y="1125460"/>
            <a:ext cx="88900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Others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6126" y="2819825"/>
            <a:ext cx="1235456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 dirty="0" smtClean="0">
                <a:solidFill>
                  <a:schemeClr val="bg1"/>
                </a:solidFill>
                <a:latin typeface="Trebuchet MS"/>
                <a:cs typeface="Trebuchet MS"/>
              </a:rPr>
              <a:t>9.Average defect rate by transport mode-</a:t>
            </a:r>
            <a:endParaRPr sz="2000" b="1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pic>
        <p:nvPicPr>
          <p:cNvPr id="13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5817544"/>
            <a:ext cx="4648199" cy="38963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552" y="3683159"/>
            <a:ext cx="8815848" cy="18626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2730" y="5817544"/>
            <a:ext cx="5758269" cy="298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08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2548139"/>
            <a:ext cx="16230600" cy="863333"/>
          </a:xfrm>
          <a:custGeom>
            <a:avLst/>
            <a:gdLst/>
            <a:ahLst/>
            <a:cxnLst/>
            <a:rect l="l" t="t" r="r" b="b"/>
            <a:pathLst>
              <a:path w="16230600" h="2331085">
                <a:moveTo>
                  <a:pt x="15849599" y="2330587"/>
                </a:moveTo>
                <a:lnTo>
                  <a:pt x="380999" y="2330587"/>
                </a:lnTo>
                <a:lnTo>
                  <a:pt x="333208" y="2327619"/>
                </a:lnTo>
                <a:lnTo>
                  <a:pt x="287187" y="2318951"/>
                </a:lnTo>
                <a:lnTo>
                  <a:pt x="243296" y="2304942"/>
                </a:lnTo>
                <a:lnTo>
                  <a:pt x="201889" y="2285947"/>
                </a:lnTo>
                <a:lnTo>
                  <a:pt x="163326" y="2262325"/>
                </a:lnTo>
                <a:lnTo>
                  <a:pt x="127962" y="2234432"/>
                </a:lnTo>
                <a:lnTo>
                  <a:pt x="96155" y="2202625"/>
                </a:lnTo>
                <a:lnTo>
                  <a:pt x="68262" y="2167261"/>
                </a:lnTo>
                <a:lnTo>
                  <a:pt x="44640" y="2128697"/>
                </a:lnTo>
                <a:lnTo>
                  <a:pt x="25645" y="2087291"/>
                </a:lnTo>
                <a:lnTo>
                  <a:pt x="11636" y="2043399"/>
                </a:lnTo>
                <a:lnTo>
                  <a:pt x="2968" y="1997379"/>
                </a:lnTo>
                <a:lnTo>
                  <a:pt x="0" y="1949587"/>
                </a:lnTo>
                <a:lnTo>
                  <a:pt x="0" y="380999"/>
                </a:lnTo>
                <a:lnTo>
                  <a:pt x="2968" y="333208"/>
                </a:lnTo>
                <a:lnTo>
                  <a:pt x="11636" y="287187"/>
                </a:lnTo>
                <a:lnTo>
                  <a:pt x="25645" y="243296"/>
                </a:lnTo>
                <a:lnTo>
                  <a:pt x="44640" y="201889"/>
                </a:lnTo>
                <a:lnTo>
                  <a:pt x="68262" y="163326"/>
                </a:lnTo>
                <a:lnTo>
                  <a:pt x="96155" y="127962"/>
                </a:lnTo>
                <a:lnTo>
                  <a:pt x="127962" y="96155"/>
                </a:lnTo>
                <a:lnTo>
                  <a:pt x="163326" y="68262"/>
                </a:lnTo>
                <a:lnTo>
                  <a:pt x="201889" y="44640"/>
                </a:lnTo>
                <a:lnTo>
                  <a:pt x="243296" y="25645"/>
                </a:lnTo>
                <a:lnTo>
                  <a:pt x="287187" y="11636"/>
                </a:lnTo>
                <a:lnTo>
                  <a:pt x="333208" y="2968"/>
                </a:lnTo>
                <a:lnTo>
                  <a:pt x="380999" y="0"/>
                </a:lnTo>
                <a:lnTo>
                  <a:pt x="15849599" y="0"/>
                </a:lnTo>
                <a:lnTo>
                  <a:pt x="15897391" y="2968"/>
                </a:lnTo>
                <a:lnTo>
                  <a:pt x="15943411" y="11636"/>
                </a:lnTo>
                <a:lnTo>
                  <a:pt x="15987303" y="25645"/>
                </a:lnTo>
                <a:lnTo>
                  <a:pt x="16028709" y="44640"/>
                </a:lnTo>
                <a:lnTo>
                  <a:pt x="16067273" y="68262"/>
                </a:lnTo>
                <a:lnTo>
                  <a:pt x="16102637" y="96155"/>
                </a:lnTo>
                <a:lnTo>
                  <a:pt x="16134444" y="127962"/>
                </a:lnTo>
                <a:lnTo>
                  <a:pt x="16162337" y="163326"/>
                </a:lnTo>
                <a:lnTo>
                  <a:pt x="16185960" y="201889"/>
                </a:lnTo>
                <a:lnTo>
                  <a:pt x="16204954" y="243296"/>
                </a:lnTo>
                <a:lnTo>
                  <a:pt x="16218964" y="287187"/>
                </a:lnTo>
                <a:lnTo>
                  <a:pt x="16227632" y="333208"/>
                </a:lnTo>
                <a:lnTo>
                  <a:pt x="16230600" y="380999"/>
                </a:lnTo>
                <a:lnTo>
                  <a:pt x="16230600" y="1949587"/>
                </a:lnTo>
                <a:lnTo>
                  <a:pt x="16227632" y="1997379"/>
                </a:lnTo>
                <a:lnTo>
                  <a:pt x="16218964" y="2043399"/>
                </a:lnTo>
                <a:lnTo>
                  <a:pt x="16204954" y="2087291"/>
                </a:lnTo>
                <a:lnTo>
                  <a:pt x="16185960" y="2128697"/>
                </a:lnTo>
                <a:lnTo>
                  <a:pt x="16162337" y="2167261"/>
                </a:lnTo>
                <a:lnTo>
                  <a:pt x="16134444" y="2202625"/>
                </a:lnTo>
                <a:lnTo>
                  <a:pt x="16102637" y="2234432"/>
                </a:lnTo>
                <a:lnTo>
                  <a:pt x="16067273" y="2262325"/>
                </a:lnTo>
                <a:lnTo>
                  <a:pt x="16028709" y="2285947"/>
                </a:lnTo>
                <a:lnTo>
                  <a:pt x="15987303" y="2304942"/>
                </a:lnTo>
                <a:lnTo>
                  <a:pt x="15943411" y="2318951"/>
                </a:lnTo>
                <a:lnTo>
                  <a:pt x="15897391" y="2327619"/>
                </a:lnTo>
                <a:lnTo>
                  <a:pt x="15849599" y="2330587"/>
                </a:lnTo>
                <a:close/>
              </a:path>
            </a:pathLst>
          </a:custGeom>
          <a:solidFill>
            <a:srgbClr val="010E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717" y="1125460"/>
            <a:ext cx="80391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Home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8241" y="1127673"/>
            <a:ext cx="80772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About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62730" y="1127673"/>
            <a:ext cx="111633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spc="114" dirty="0">
                <a:solidFill>
                  <a:srgbClr val="FFFFFF"/>
                </a:solidFill>
                <a:latin typeface="Trebuchet MS"/>
                <a:cs typeface="Trebuchet MS"/>
              </a:rPr>
              <a:t>Content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27767" y="1125460"/>
            <a:ext cx="88900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Others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6126" y="2819825"/>
            <a:ext cx="1235456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 dirty="0" smtClean="0">
                <a:solidFill>
                  <a:schemeClr val="bg1"/>
                </a:solidFill>
                <a:latin typeface="Trebuchet MS"/>
                <a:cs typeface="Trebuchet MS"/>
              </a:rPr>
              <a:t>10.Transport modes used in successful inspections-</a:t>
            </a:r>
            <a:endParaRPr sz="2000" b="1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pic>
        <p:nvPicPr>
          <p:cNvPr id="13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5817544"/>
            <a:ext cx="4648199" cy="38963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685698"/>
            <a:ext cx="9144000" cy="16102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8708" y="6438900"/>
            <a:ext cx="6114692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343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2548139"/>
            <a:ext cx="16230600" cy="863333"/>
          </a:xfrm>
          <a:custGeom>
            <a:avLst/>
            <a:gdLst/>
            <a:ahLst/>
            <a:cxnLst/>
            <a:rect l="l" t="t" r="r" b="b"/>
            <a:pathLst>
              <a:path w="16230600" h="2331085">
                <a:moveTo>
                  <a:pt x="15849599" y="2330587"/>
                </a:moveTo>
                <a:lnTo>
                  <a:pt x="380999" y="2330587"/>
                </a:lnTo>
                <a:lnTo>
                  <a:pt x="333208" y="2327619"/>
                </a:lnTo>
                <a:lnTo>
                  <a:pt x="287187" y="2318951"/>
                </a:lnTo>
                <a:lnTo>
                  <a:pt x="243296" y="2304942"/>
                </a:lnTo>
                <a:lnTo>
                  <a:pt x="201889" y="2285947"/>
                </a:lnTo>
                <a:lnTo>
                  <a:pt x="163326" y="2262325"/>
                </a:lnTo>
                <a:lnTo>
                  <a:pt x="127962" y="2234432"/>
                </a:lnTo>
                <a:lnTo>
                  <a:pt x="96155" y="2202625"/>
                </a:lnTo>
                <a:lnTo>
                  <a:pt x="68262" y="2167261"/>
                </a:lnTo>
                <a:lnTo>
                  <a:pt x="44640" y="2128697"/>
                </a:lnTo>
                <a:lnTo>
                  <a:pt x="25645" y="2087291"/>
                </a:lnTo>
                <a:lnTo>
                  <a:pt x="11636" y="2043399"/>
                </a:lnTo>
                <a:lnTo>
                  <a:pt x="2968" y="1997379"/>
                </a:lnTo>
                <a:lnTo>
                  <a:pt x="0" y="1949587"/>
                </a:lnTo>
                <a:lnTo>
                  <a:pt x="0" y="380999"/>
                </a:lnTo>
                <a:lnTo>
                  <a:pt x="2968" y="333208"/>
                </a:lnTo>
                <a:lnTo>
                  <a:pt x="11636" y="287187"/>
                </a:lnTo>
                <a:lnTo>
                  <a:pt x="25645" y="243296"/>
                </a:lnTo>
                <a:lnTo>
                  <a:pt x="44640" y="201889"/>
                </a:lnTo>
                <a:lnTo>
                  <a:pt x="68262" y="163326"/>
                </a:lnTo>
                <a:lnTo>
                  <a:pt x="96155" y="127962"/>
                </a:lnTo>
                <a:lnTo>
                  <a:pt x="127962" y="96155"/>
                </a:lnTo>
                <a:lnTo>
                  <a:pt x="163326" y="68262"/>
                </a:lnTo>
                <a:lnTo>
                  <a:pt x="201889" y="44640"/>
                </a:lnTo>
                <a:lnTo>
                  <a:pt x="243296" y="25645"/>
                </a:lnTo>
                <a:lnTo>
                  <a:pt x="287187" y="11636"/>
                </a:lnTo>
                <a:lnTo>
                  <a:pt x="333208" y="2968"/>
                </a:lnTo>
                <a:lnTo>
                  <a:pt x="380999" y="0"/>
                </a:lnTo>
                <a:lnTo>
                  <a:pt x="15849599" y="0"/>
                </a:lnTo>
                <a:lnTo>
                  <a:pt x="15897391" y="2968"/>
                </a:lnTo>
                <a:lnTo>
                  <a:pt x="15943411" y="11636"/>
                </a:lnTo>
                <a:lnTo>
                  <a:pt x="15987303" y="25645"/>
                </a:lnTo>
                <a:lnTo>
                  <a:pt x="16028709" y="44640"/>
                </a:lnTo>
                <a:lnTo>
                  <a:pt x="16067273" y="68262"/>
                </a:lnTo>
                <a:lnTo>
                  <a:pt x="16102637" y="96155"/>
                </a:lnTo>
                <a:lnTo>
                  <a:pt x="16134444" y="127962"/>
                </a:lnTo>
                <a:lnTo>
                  <a:pt x="16162337" y="163326"/>
                </a:lnTo>
                <a:lnTo>
                  <a:pt x="16185960" y="201889"/>
                </a:lnTo>
                <a:lnTo>
                  <a:pt x="16204954" y="243296"/>
                </a:lnTo>
                <a:lnTo>
                  <a:pt x="16218964" y="287187"/>
                </a:lnTo>
                <a:lnTo>
                  <a:pt x="16227632" y="333208"/>
                </a:lnTo>
                <a:lnTo>
                  <a:pt x="16230600" y="380999"/>
                </a:lnTo>
                <a:lnTo>
                  <a:pt x="16230600" y="1949587"/>
                </a:lnTo>
                <a:lnTo>
                  <a:pt x="16227632" y="1997379"/>
                </a:lnTo>
                <a:lnTo>
                  <a:pt x="16218964" y="2043399"/>
                </a:lnTo>
                <a:lnTo>
                  <a:pt x="16204954" y="2087291"/>
                </a:lnTo>
                <a:lnTo>
                  <a:pt x="16185960" y="2128697"/>
                </a:lnTo>
                <a:lnTo>
                  <a:pt x="16162337" y="2167261"/>
                </a:lnTo>
                <a:lnTo>
                  <a:pt x="16134444" y="2202625"/>
                </a:lnTo>
                <a:lnTo>
                  <a:pt x="16102637" y="2234432"/>
                </a:lnTo>
                <a:lnTo>
                  <a:pt x="16067273" y="2262325"/>
                </a:lnTo>
                <a:lnTo>
                  <a:pt x="16028709" y="2285947"/>
                </a:lnTo>
                <a:lnTo>
                  <a:pt x="15987303" y="2304942"/>
                </a:lnTo>
                <a:lnTo>
                  <a:pt x="15943411" y="2318951"/>
                </a:lnTo>
                <a:lnTo>
                  <a:pt x="15897391" y="2327619"/>
                </a:lnTo>
                <a:lnTo>
                  <a:pt x="15849599" y="2330587"/>
                </a:lnTo>
                <a:close/>
              </a:path>
            </a:pathLst>
          </a:custGeom>
          <a:solidFill>
            <a:srgbClr val="010E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717" y="1125460"/>
            <a:ext cx="80391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Home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8241" y="1127673"/>
            <a:ext cx="80772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About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62730" y="1127673"/>
            <a:ext cx="111633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spc="114" dirty="0">
                <a:solidFill>
                  <a:srgbClr val="FFFFFF"/>
                </a:solidFill>
                <a:latin typeface="Trebuchet MS"/>
                <a:cs typeface="Trebuchet MS"/>
              </a:rPr>
              <a:t>Content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27767" y="1125460"/>
            <a:ext cx="88900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Others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6126" y="2819825"/>
            <a:ext cx="1235456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 dirty="0" smtClean="0">
                <a:solidFill>
                  <a:schemeClr val="bg1"/>
                </a:solidFill>
                <a:latin typeface="Trebuchet MS"/>
                <a:cs typeface="Trebuchet MS"/>
              </a:rPr>
              <a:t>11.Average transport cost by route-</a:t>
            </a:r>
            <a:endParaRPr sz="2000" b="1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pic>
        <p:nvPicPr>
          <p:cNvPr id="13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5817544"/>
            <a:ext cx="4648199" cy="38963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126" y="3785716"/>
            <a:ext cx="8328474" cy="15101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9060" y="5817544"/>
            <a:ext cx="5480140" cy="298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290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2548139"/>
            <a:ext cx="16230600" cy="863333"/>
          </a:xfrm>
          <a:custGeom>
            <a:avLst/>
            <a:gdLst/>
            <a:ahLst/>
            <a:cxnLst/>
            <a:rect l="l" t="t" r="r" b="b"/>
            <a:pathLst>
              <a:path w="16230600" h="2331085">
                <a:moveTo>
                  <a:pt x="15849599" y="2330587"/>
                </a:moveTo>
                <a:lnTo>
                  <a:pt x="380999" y="2330587"/>
                </a:lnTo>
                <a:lnTo>
                  <a:pt x="333208" y="2327619"/>
                </a:lnTo>
                <a:lnTo>
                  <a:pt x="287187" y="2318951"/>
                </a:lnTo>
                <a:lnTo>
                  <a:pt x="243296" y="2304942"/>
                </a:lnTo>
                <a:lnTo>
                  <a:pt x="201889" y="2285947"/>
                </a:lnTo>
                <a:lnTo>
                  <a:pt x="163326" y="2262325"/>
                </a:lnTo>
                <a:lnTo>
                  <a:pt x="127962" y="2234432"/>
                </a:lnTo>
                <a:lnTo>
                  <a:pt x="96155" y="2202625"/>
                </a:lnTo>
                <a:lnTo>
                  <a:pt x="68262" y="2167261"/>
                </a:lnTo>
                <a:lnTo>
                  <a:pt x="44640" y="2128697"/>
                </a:lnTo>
                <a:lnTo>
                  <a:pt x="25645" y="2087291"/>
                </a:lnTo>
                <a:lnTo>
                  <a:pt x="11636" y="2043399"/>
                </a:lnTo>
                <a:lnTo>
                  <a:pt x="2968" y="1997379"/>
                </a:lnTo>
                <a:lnTo>
                  <a:pt x="0" y="1949587"/>
                </a:lnTo>
                <a:lnTo>
                  <a:pt x="0" y="380999"/>
                </a:lnTo>
                <a:lnTo>
                  <a:pt x="2968" y="333208"/>
                </a:lnTo>
                <a:lnTo>
                  <a:pt x="11636" y="287187"/>
                </a:lnTo>
                <a:lnTo>
                  <a:pt x="25645" y="243296"/>
                </a:lnTo>
                <a:lnTo>
                  <a:pt x="44640" y="201889"/>
                </a:lnTo>
                <a:lnTo>
                  <a:pt x="68262" y="163326"/>
                </a:lnTo>
                <a:lnTo>
                  <a:pt x="96155" y="127962"/>
                </a:lnTo>
                <a:lnTo>
                  <a:pt x="127962" y="96155"/>
                </a:lnTo>
                <a:lnTo>
                  <a:pt x="163326" y="68262"/>
                </a:lnTo>
                <a:lnTo>
                  <a:pt x="201889" y="44640"/>
                </a:lnTo>
                <a:lnTo>
                  <a:pt x="243296" y="25645"/>
                </a:lnTo>
                <a:lnTo>
                  <a:pt x="287187" y="11636"/>
                </a:lnTo>
                <a:lnTo>
                  <a:pt x="333208" y="2968"/>
                </a:lnTo>
                <a:lnTo>
                  <a:pt x="380999" y="0"/>
                </a:lnTo>
                <a:lnTo>
                  <a:pt x="15849599" y="0"/>
                </a:lnTo>
                <a:lnTo>
                  <a:pt x="15897391" y="2968"/>
                </a:lnTo>
                <a:lnTo>
                  <a:pt x="15943411" y="11636"/>
                </a:lnTo>
                <a:lnTo>
                  <a:pt x="15987303" y="25645"/>
                </a:lnTo>
                <a:lnTo>
                  <a:pt x="16028709" y="44640"/>
                </a:lnTo>
                <a:lnTo>
                  <a:pt x="16067273" y="68262"/>
                </a:lnTo>
                <a:lnTo>
                  <a:pt x="16102637" y="96155"/>
                </a:lnTo>
                <a:lnTo>
                  <a:pt x="16134444" y="127962"/>
                </a:lnTo>
                <a:lnTo>
                  <a:pt x="16162337" y="163326"/>
                </a:lnTo>
                <a:lnTo>
                  <a:pt x="16185960" y="201889"/>
                </a:lnTo>
                <a:lnTo>
                  <a:pt x="16204954" y="243296"/>
                </a:lnTo>
                <a:lnTo>
                  <a:pt x="16218964" y="287187"/>
                </a:lnTo>
                <a:lnTo>
                  <a:pt x="16227632" y="333208"/>
                </a:lnTo>
                <a:lnTo>
                  <a:pt x="16230600" y="380999"/>
                </a:lnTo>
                <a:lnTo>
                  <a:pt x="16230600" y="1949587"/>
                </a:lnTo>
                <a:lnTo>
                  <a:pt x="16227632" y="1997379"/>
                </a:lnTo>
                <a:lnTo>
                  <a:pt x="16218964" y="2043399"/>
                </a:lnTo>
                <a:lnTo>
                  <a:pt x="16204954" y="2087291"/>
                </a:lnTo>
                <a:lnTo>
                  <a:pt x="16185960" y="2128697"/>
                </a:lnTo>
                <a:lnTo>
                  <a:pt x="16162337" y="2167261"/>
                </a:lnTo>
                <a:lnTo>
                  <a:pt x="16134444" y="2202625"/>
                </a:lnTo>
                <a:lnTo>
                  <a:pt x="16102637" y="2234432"/>
                </a:lnTo>
                <a:lnTo>
                  <a:pt x="16067273" y="2262325"/>
                </a:lnTo>
                <a:lnTo>
                  <a:pt x="16028709" y="2285947"/>
                </a:lnTo>
                <a:lnTo>
                  <a:pt x="15987303" y="2304942"/>
                </a:lnTo>
                <a:lnTo>
                  <a:pt x="15943411" y="2318951"/>
                </a:lnTo>
                <a:lnTo>
                  <a:pt x="15897391" y="2327619"/>
                </a:lnTo>
                <a:lnTo>
                  <a:pt x="15849599" y="2330587"/>
                </a:lnTo>
                <a:close/>
              </a:path>
            </a:pathLst>
          </a:custGeom>
          <a:solidFill>
            <a:srgbClr val="010E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717" y="1125460"/>
            <a:ext cx="80391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Home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8241" y="1127673"/>
            <a:ext cx="80772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About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62730" y="1127673"/>
            <a:ext cx="111633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spc="114" dirty="0">
                <a:solidFill>
                  <a:srgbClr val="FFFFFF"/>
                </a:solidFill>
                <a:latin typeface="Trebuchet MS"/>
                <a:cs typeface="Trebuchet MS"/>
              </a:rPr>
              <a:t>Content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27767" y="1125460"/>
            <a:ext cx="88900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Others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6126" y="2819825"/>
            <a:ext cx="1235456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 dirty="0" smtClean="0">
                <a:solidFill>
                  <a:schemeClr val="bg1"/>
                </a:solidFill>
                <a:latin typeface="Trebuchet MS"/>
                <a:cs typeface="Trebuchet MS"/>
              </a:rPr>
              <a:t>12.Failied inspections with defect rates &gt;3% -</a:t>
            </a:r>
            <a:endParaRPr sz="2000" b="1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pic>
        <p:nvPicPr>
          <p:cNvPr id="13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5817544"/>
            <a:ext cx="4648199" cy="38963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961" y="5754416"/>
            <a:ext cx="8983337" cy="358008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906" y="3869988"/>
            <a:ext cx="8425442" cy="142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23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5083717" y="1125460"/>
            <a:ext cx="80391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Home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68241" y="1127673"/>
            <a:ext cx="80772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About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62730" y="1127673"/>
            <a:ext cx="111633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spc="114" dirty="0">
                <a:solidFill>
                  <a:srgbClr val="FFFFFF"/>
                </a:solidFill>
                <a:latin typeface="Trebuchet MS"/>
                <a:cs typeface="Trebuchet MS"/>
              </a:rPr>
              <a:t>Content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27767" y="1125460"/>
            <a:ext cx="88900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Others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745128" y="2276418"/>
            <a:ext cx="14790271" cy="9144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smtClean="0">
                <a:latin typeface="Trebuchet MS" panose="020B0603020202020204" pitchFamily="34" charset="0"/>
              </a:rPr>
              <a:t>Insights</a:t>
            </a:r>
            <a:endParaRPr lang="en-US" sz="4400" b="1" dirty="0">
              <a:latin typeface="Trebuchet MS" panose="020B0603020202020204" pitchFamily="34" charset="0"/>
            </a:endParaRPr>
          </a:p>
        </p:txBody>
      </p:sp>
      <p:sp>
        <p:nvSpPr>
          <p:cNvPr id="16" name="Text Placeholder 15"/>
          <p:cNvSpPr>
            <a:spLocks noGrp="1"/>
          </p:cNvSpPr>
          <p:nvPr>
            <p:ph type="body" idx="1"/>
          </p:nvPr>
        </p:nvSpPr>
        <p:spPr>
          <a:xfrm>
            <a:off x="1745128" y="3493249"/>
            <a:ext cx="7885663" cy="763285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0" dirty="0" smtClean="0">
                <a:solidFill>
                  <a:schemeClr val="tx1"/>
                </a:solidFill>
              </a:rPr>
              <a:t>Skincare generates the highest revenue </a:t>
            </a:r>
            <a:r>
              <a:rPr lang="en-US" sz="1600" dirty="0" smtClean="0">
                <a:solidFill>
                  <a:schemeClr val="tx1"/>
                </a:solidFill>
              </a:rPr>
              <a:t>(2,41,628)</a:t>
            </a:r>
            <a:r>
              <a:rPr lang="en-US" sz="1600" b="0" dirty="0" smtClean="0">
                <a:solidFill>
                  <a:schemeClr val="tx1"/>
                </a:solidFill>
              </a:rPr>
              <a:t> followed by hair care</a:t>
            </a:r>
            <a:r>
              <a:rPr lang="en-US" sz="1600" dirty="0" smtClean="0">
                <a:solidFill>
                  <a:schemeClr val="tx1"/>
                </a:solidFill>
              </a:rPr>
              <a:t>(1,74,455)</a:t>
            </a:r>
            <a:r>
              <a:rPr lang="en-US" sz="1600" b="0" dirty="0" smtClean="0">
                <a:solidFill>
                  <a:schemeClr val="tx1"/>
                </a:solidFill>
              </a:rPr>
              <a:t> and cosmetics </a:t>
            </a:r>
            <a:r>
              <a:rPr lang="en-US" sz="1600" dirty="0" smtClean="0">
                <a:solidFill>
                  <a:schemeClr val="tx1"/>
                </a:solidFill>
              </a:rPr>
              <a:t>(1,61,521).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0" dirty="0" smtClean="0">
                <a:solidFill>
                  <a:schemeClr val="tx1"/>
                </a:solidFill>
              </a:rPr>
              <a:t>Skincare is the main revenue driver for the business.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b="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0" dirty="0" smtClean="0">
                <a:solidFill>
                  <a:schemeClr val="tx1"/>
                </a:solidFill>
              </a:rPr>
              <a:t>Cosmetics have the highest price(</a:t>
            </a:r>
            <a:r>
              <a:rPr lang="en-US" sz="1600" dirty="0" smtClean="0">
                <a:solidFill>
                  <a:schemeClr val="tx1"/>
                </a:solidFill>
              </a:rPr>
              <a:t>57) </a:t>
            </a:r>
            <a:r>
              <a:rPr lang="en-US" sz="1600" b="0" dirty="0" smtClean="0">
                <a:solidFill>
                  <a:schemeClr val="tx1"/>
                </a:solidFill>
              </a:rPr>
              <a:t>but don't make the most money because fewer are sold.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0" dirty="0" smtClean="0">
                <a:solidFill>
                  <a:schemeClr val="tx1"/>
                </a:solidFill>
              </a:rPr>
              <a:t>Skincare is cheaper(</a:t>
            </a:r>
            <a:r>
              <a:rPr lang="en-US" sz="1600" dirty="0" smtClean="0">
                <a:solidFill>
                  <a:schemeClr val="tx1"/>
                </a:solidFill>
              </a:rPr>
              <a:t>46) </a:t>
            </a:r>
            <a:r>
              <a:rPr lang="en-US" sz="1600" b="0" dirty="0" smtClean="0">
                <a:solidFill>
                  <a:schemeClr val="tx1"/>
                </a:solidFill>
              </a:rPr>
              <a:t>but sells a lot, so it earns more.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0" dirty="0" smtClean="0">
                <a:solidFill>
                  <a:schemeClr val="tx1"/>
                </a:solidFill>
              </a:rPr>
              <a:t>Hair care is the cheapest </a:t>
            </a:r>
            <a:r>
              <a:rPr lang="en-US" sz="1600" dirty="0" smtClean="0">
                <a:solidFill>
                  <a:schemeClr val="tx1"/>
                </a:solidFill>
              </a:rPr>
              <a:t>(40) </a:t>
            </a:r>
            <a:r>
              <a:rPr lang="en-US" sz="1600" b="0" dirty="0" smtClean="0">
                <a:solidFill>
                  <a:schemeClr val="tx1"/>
                </a:solidFill>
              </a:rPr>
              <a:t>and earns the least.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1600" b="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0" dirty="0" smtClean="0">
                <a:solidFill>
                  <a:schemeClr val="tx1"/>
                </a:solidFill>
              </a:rPr>
              <a:t>Unknown customers contribute the most revenue (</a:t>
            </a:r>
            <a:r>
              <a:rPr lang="en-US" sz="1600" dirty="0" smtClean="0">
                <a:solidFill>
                  <a:schemeClr val="tx1"/>
                </a:solidFill>
              </a:rPr>
              <a:t>1,73,090) </a:t>
            </a:r>
            <a:r>
              <a:rPr lang="en-US" sz="1600" b="0" dirty="0" smtClean="0">
                <a:solidFill>
                  <a:schemeClr val="tx1"/>
                </a:solidFill>
              </a:rPr>
              <a:t>followed by female</a:t>
            </a:r>
            <a:r>
              <a:rPr lang="en-US" sz="1600" dirty="0" smtClean="0">
                <a:solidFill>
                  <a:schemeClr val="tx1"/>
                </a:solidFill>
              </a:rPr>
              <a:t>(1,61,514)</a:t>
            </a:r>
            <a:r>
              <a:rPr lang="en-US" sz="1600" b="0" dirty="0" smtClean="0">
                <a:solidFill>
                  <a:schemeClr val="tx1"/>
                </a:solidFill>
              </a:rPr>
              <a:t> and male category (</a:t>
            </a:r>
            <a:r>
              <a:rPr lang="en-US" sz="1600" dirty="0" smtClean="0">
                <a:solidFill>
                  <a:schemeClr val="tx1"/>
                </a:solidFill>
              </a:rPr>
              <a:t>1,26,634).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0" dirty="0" smtClean="0">
                <a:solidFill>
                  <a:schemeClr val="tx1"/>
                </a:solidFill>
              </a:rPr>
              <a:t>Non-binary customers contribute the least</a:t>
            </a:r>
            <a:r>
              <a:rPr lang="en-US" sz="1600" dirty="0" smtClean="0">
                <a:solidFill>
                  <a:schemeClr val="tx1"/>
                </a:solidFill>
              </a:rPr>
              <a:t>(1,16,366</a:t>
            </a:r>
            <a:r>
              <a:rPr lang="en-US" sz="1600" b="0" dirty="0" smtClean="0">
                <a:solidFill>
                  <a:schemeClr val="tx1"/>
                </a:solidFill>
              </a:rPr>
              <a:t>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b="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0" dirty="0" smtClean="0">
                <a:solidFill>
                  <a:schemeClr val="tx1"/>
                </a:solidFill>
              </a:rPr>
              <a:t>Carrier B has the lowest average shipping cost</a:t>
            </a:r>
            <a:r>
              <a:rPr lang="en-US" sz="1600" dirty="0" smtClean="0">
                <a:solidFill>
                  <a:schemeClr val="tx1"/>
                </a:solidFill>
              </a:rPr>
              <a:t>(5.51)</a:t>
            </a:r>
            <a:r>
              <a:rPr lang="en-US" sz="1600" b="0" dirty="0" smtClean="0">
                <a:solidFill>
                  <a:schemeClr val="tx1"/>
                </a:solidFill>
              </a:rPr>
              <a:t>, making it the most cost-effective option.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0" dirty="0" smtClean="0">
                <a:solidFill>
                  <a:schemeClr val="tx1"/>
                </a:solidFill>
              </a:rPr>
              <a:t>Carrier A and Carrier C have slightly higher costs(</a:t>
            </a:r>
            <a:r>
              <a:rPr lang="en-US" sz="1600" dirty="0" smtClean="0">
                <a:solidFill>
                  <a:schemeClr val="tx1"/>
                </a:solidFill>
              </a:rPr>
              <a:t> 5.56 and 5.60 respectively</a:t>
            </a:r>
            <a:r>
              <a:rPr lang="en-US" sz="1600" b="0" dirty="0" smtClean="0">
                <a:solidFill>
                  <a:schemeClr val="tx1"/>
                </a:solidFill>
              </a:rPr>
              <a:t>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b="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0" dirty="0" smtClean="0">
                <a:solidFill>
                  <a:schemeClr val="tx1"/>
                </a:solidFill>
              </a:rPr>
              <a:t>Supplier 3 delivers the fastest </a:t>
            </a:r>
            <a:r>
              <a:rPr lang="en-US" sz="1600" dirty="0" smtClean="0">
                <a:solidFill>
                  <a:schemeClr val="tx1"/>
                </a:solidFill>
              </a:rPr>
              <a:t>(5.20 days</a:t>
            </a:r>
            <a:r>
              <a:rPr lang="en-US" sz="1600" b="0" dirty="0" smtClean="0">
                <a:solidFill>
                  <a:schemeClr val="tx1"/>
                </a:solidFill>
              </a:rPr>
              <a:t>) and Supplier 5 has the slowest shipping time</a:t>
            </a:r>
            <a:r>
              <a:rPr lang="en-US" sz="1600" dirty="0" smtClean="0">
                <a:solidFill>
                  <a:schemeClr val="tx1"/>
                </a:solidFill>
              </a:rPr>
              <a:t>(6.22 days)</a:t>
            </a:r>
            <a:r>
              <a:rPr lang="en-US" sz="1600" b="0" dirty="0" smtClean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b="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0" dirty="0" smtClean="0">
                <a:solidFill>
                  <a:schemeClr val="tx1"/>
                </a:solidFill>
              </a:rPr>
              <a:t>Bangalore has the fastest average shipping time </a:t>
            </a:r>
            <a:r>
              <a:rPr lang="en-US" sz="1600" dirty="0" smtClean="0">
                <a:solidFill>
                  <a:schemeClr val="tx1"/>
                </a:solidFill>
              </a:rPr>
              <a:t>(5.28 days</a:t>
            </a:r>
            <a:r>
              <a:rPr lang="en-US" sz="1600" b="0" dirty="0" smtClean="0">
                <a:solidFill>
                  <a:schemeClr val="tx1"/>
                </a:solidFill>
              </a:rPr>
              <a:t>), followed by Mumbai </a:t>
            </a:r>
            <a:r>
              <a:rPr lang="en-US" sz="1600" dirty="0" smtClean="0">
                <a:solidFill>
                  <a:schemeClr val="tx1"/>
                </a:solidFill>
              </a:rPr>
              <a:t>(5.55 days</a:t>
            </a:r>
            <a:r>
              <a:rPr lang="en-US" sz="1600" b="0" dirty="0" smtClean="0">
                <a:solidFill>
                  <a:schemeClr val="tx1"/>
                </a:solidFill>
              </a:rPr>
              <a:t>) and Delhi (</a:t>
            </a:r>
            <a:r>
              <a:rPr lang="en-US" sz="1600" dirty="0" smtClean="0">
                <a:solidFill>
                  <a:schemeClr val="tx1"/>
                </a:solidFill>
              </a:rPr>
              <a:t>5.93 days).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0" dirty="0" smtClean="0">
                <a:solidFill>
                  <a:schemeClr val="tx1"/>
                </a:solidFill>
              </a:rPr>
              <a:t>Chennai is the slowest </a:t>
            </a:r>
            <a:r>
              <a:rPr lang="en-US" sz="1600" dirty="0" smtClean="0">
                <a:solidFill>
                  <a:schemeClr val="tx1"/>
                </a:solidFill>
              </a:rPr>
              <a:t>( 6 days).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b="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0" dirty="0" smtClean="0">
                <a:solidFill>
                  <a:schemeClr val="tx1"/>
                </a:solidFill>
              </a:rPr>
              <a:t>Road transport has the most product defects (</a:t>
            </a:r>
            <a:r>
              <a:rPr lang="en-US" sz="1600" dirty="0" smtClean="0">
                <a:solidFill>
                  <a:schemeClr val="tx1"/>
                </a:solidFill>
              </a:rPr>
              <a:t>2.62).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0" dirty="0" smtClean="0">
                <a:solidFill>
                  <a:schemeClr val="tx1"/>
                </a:solidFill>
              </a:rPr>
              <a:t>Sea transport is second (</a:t>
            </a:r>
            <a:r>
              <a:rPr lang="en-US" sz="1600" dirty="0" smtClean="0">
                <a:solidFill>
                  <a:schemeClr val="tx1"/>
                </a:solidFill>
              </a:rPr>
              <a:t>2.32) </a:t>
            </a:r>
            <a:r>
              <a:rPr lang="en-US" sz="1600" b="0" dirty="0" smtClean="0">
                <a:solidFill>
                  <a:schemeClr val="tx1"/>
                </a:solidFill>
              </a:rPr>
              <a:t>and Air transport is the best( </a:t>
            </a:r>
            <a:r>
              <a:rPr lang="en-US" sz="1600" dirty="0" smtClean="0">
                <a:solidFill>
                  <a:schemeClr val="tx1"/>
                </a:solidFill>
              </a:rPr>
              <a:t>1.82 defects only).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0" dirty="0" smtClean="0">
                <a:solidFill>
                  <a:schemeClr val="tx1"/>
                </a:solidFill>
              </a:rPr>
              <a:t>This means products are damaged more often in road and sea transport.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dirty="0">
              <a:solidFill>
                <a:schemeClr val="tx1"/>
              </a:solidFill>
            </a:endParaRPr>
          </a:p>
          <a:p>
            <a:endParaRPr lang="en-US" sz="1600" dirty="0" smtClean="0">
              <a:solidFill>
                <a:schemeClr val="tx1"/>
              </a:solidFill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9862730" y="3493249"/>
            <a:ext cx="6678338" cy="6348730"/>
            <a:chOff x="9630792" y="2759539"/>
            <a:chExt cx="6678338" cy="6348730"/>
          </a:xfrm>
        </p:grpSpPr>
        <p:sp>
          <p:nvSpPr>
            <p:cNvPr id="4" name="object 4"/>
            <p:cNvSpPr/>
            <p:nvPr/>
          </p:nvSpPr>
          <p:spPr>
            <a:xfrm>
              <a:off x="10420775" y="2759539"/>
              <a:ext cx="5888355" cy="6348730"/>
            </a:xfrm>
            <a:custGeom>
              <a:avLst/>
              <a:gdLst/>
              <a:ahLst/>
              <a:cxnLst/>
              <a:rect l="l" t="t" r="r" b="b"/>
              <a:pathLst>
                <a:path w="5888355" h="6348730">
                  <a:moveTo>
                    <a:pt x="5575232" y="6348178"/>
                  </a:moveTo>
                  <a:lnTo>
                    <a:pt x="312934" y="6348178"/>
                  </a:lnTo>
                  <a:lnTo>
                    <a:pt x="287188" y="6343329"/>
                  </a:lnTo>
                  <a:lnTo>
                    <a:pt x="243296" y="6329320"/>
                  </a:lnTo>
                  <a:lnTo>
                    <a:pt x="201890" y="6310325"/>
                  </a:lnTo>
                  <a:lnTo>
                    <a:pt x="163326" y="6286703"/>
                  </a:lnTo>
                  <a:lnTo>
                    <a:pt x="127962" y="6258809"/>
                  </a:lnTo>
                  <a:lnTo>
                    <a:pt x="96155" y="6227002"/>
                  </a:lnTo>
                  <a:lnTo>
                    <a:pt x="68262" y="6191639"/>
                  </a:lnTo>
                  <a:lnTo>
                    <a:pt x="44640" y="6153075"/>
                  </a:lnTo>
                  <a:lnTo>
                    <a:pt x="25645" y="6111669"/>
                  </a:lnTo>
                  <a:lnTo>
                    <a:pt x="11636" y="6067777"/>
                  </a:lnTo>
                  <a:lnTo>
                    <a:pt x="2968" y="6021757"/>
                  </a:lnTo>
                  <a:lnTo>
                    <a:pt x="0" y="5973965"/>
                  </a:lnTo>
                  <a:lnTo>
                    <a:pt x="0" y="381000"/>
                  </a:lnTo>
                  <a:lnTo>
                    <a:pt x="2968" y="333208"/>
                  </a:lnTo>
                  <a:lnTo>
                    <a:pt x="11636" y="287187"/>
                  </a:lnTo>
                  <a:lnTo>
                    <a:pt x="25645" y="243296"/>
                  </a:lnTo>
                  <a:lnTo>
                    <a:pt x="44640" y="201890"/>
                  </a:lnTo>
                  <a:lnTo>
                    <a:pt x="68262" y="163326"/>
                  </a:lnTo>
                  <a:lnTo>
                    <a:pt x="96155" y="127962"/>
                  </a:lnTo>
                  <a:lnTo>
                    <a:pt x="127962" y="96155"/>
                  </a:lnTo>
                  <a:lnTo>
                    <a:pt x="163326" y="68262"/>
                  </a:lnTo>
                  <a:lnTo>
                    <a:pt x="201890" y="44640"/>
                  </a:lnTo>
                  <a:lnTo>
                    <a:pt x="243296" y="25645"/>
                  </a:lnTo>
                  <a:lnTo>
                    <a:pt x="287188" y="11636"/>
                  </a:lnTo>
                  <a:lnTo>
                    <a:pt x="333208" y="2968"/>
                  </a:lnTo>
                  <a:lnTo>
                    <a:pt x="381000" y="0"/>
                  </a:lnTo>
                  <a:lnTo>
                    <a:pt x="5507166" y="0"/>
                  </a:lnTo>
                  <a:lnTo>
                    <a:pt x="5554958" y="2968"/>
                  </a:lnTo>
                  <a:lnTo>
                    <a:pt x="5600978" y="11636"/>
                  </a:lnTo>
                  <a:lnTo>
                    <a:pt x="5644870" y="25645"/>
                  </a:lnTo>
                  <a:lnTo>
                    <a:pt x="5686276" y="44640"/>
                  </a:lnTo>
                  <a:lnTo>
                    <a:pt x="5724840" y="68262"/>
                  </a:lnTo>
                  <a:lnTo>
                    <a:pt x="5760203" y="96155"/>
                  </a:lnTo>
                  <a:lnTo>
                    <a:pt x="5792010" y="127962"/>
                  </a:lnTo>
                  <a:lnTo>
                    <a:pt x="5819903" y="163326"/>
                  </a:lnTo>
                  <a:lnTo>
                    <a:pt x="5843526" y="201890"/>
                  </a:lnTo>
                  <a:lnTo>
                    <a:pt x="5862520" y="243296"/>
                  </a:lnTo>
                  <a:lnTo>
                    <a:pt x="5876530" y="287187"/>
                  </a:lnTo>
                  <a:lnTo>
                    <a:pt x="5885197" y="333208"/>
                  </a:lnTo>
                  <a:lnTo>
                    <a:pt x="5888165" y="381000"/>
                  </a:lnTo>
                  <a:lnTo>
                    <a:pt x="5888165" y="5973965"/>
                  </a:lnTo>
                  <a:lnTo>
                    <a:pt x="5885197" y="6021757"/>
                  </a:lnTo>
                  <a:lnTo>
                    <a:pt x="5876530" y="6067777"/>
                  </a:lnTo>
                  <a:lnTo>
                    <a:pt x="5862520" y="6111669"/>
                  </a:lnTo>
                  <a:lnTo>
                    <a:pt x="5843526" y="6153075"/>
                  </a:lnTo>
                  <a:lnTo>
                    <a:pt x="5819903" y="6191639"/>
                  </a:lnTo>
                  <a:lnTo>
                    <a:pt x="5792010" y="6227002"/>
                  </a:lnTo>
                  <a:lnTo>
                    <a:pt x="5760203" y="6258809"/>
                  </a:lnTo>
                  <a:lnTo>
                    <a:pt x="5724840" y="6286703"/>
                  </a:lnTo>
                  <a:lnTo>
                    <a:pt x="5686276" y="6310325"/>
                  </a:lnTo>
                  <a:lnTo>
                    <a:pt x="5644870" y="6329320"/>
                  </a:lnTo>
                  <a:lnTo>
                    <a:pt x="5600978" y="6343329"/>
                  </a:lnTo>
                  <a:lnTo>
                    <a:pt x="5575232" y="6348178"/>
                  </a:lnTo>
                  <a:close/>
                </a:path>
              </a:pathLst>
            </a:custGeom>
            <a:solidFill>
              <a:srgbClr val="FDBA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30792" y="3581353"/>
              <a:ext cx="6015187" cy="47910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5083717" y="1125460"/>
            <a:ext cx="80391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Home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68241" y="1127673"/>
            <a:ext cx="80772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About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80292" y="1127673"/>
            <a:ext cx="108077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Content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206485" y="1125460"/>
            <a:ext cx="931544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spc="100" dirty="0">
                <a:solidFill>
                  <a:srgbClr val="FFFFFF"/>
                </a:solidFill>
                <a:latin typeface="Trebuchet MS"/>
                <a:cs typeface="Trebuchet MS"/>
              </a:rPr>
              <a:t>Others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69729" y="3223413"/>
            <a:ext cx="5948680" cy="23152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0" b="1" spc="465" dirty="0">
                <a:solidFill>
                  <a:srgbClr val="010E8C"/>
                </a:solidFill>
                <a:latin typeface="Trebuchet MS"/>
                <a:cs typeface="Trebuchet MS"/>
              </a:rPr>
              <a:t>T</a:t>
            </a:r>
            <a:r>
              <a:rPr sz="15000" b="1" spc="545" dirty="0">
                <a:solidFill>
                  <a:srgbClr val="010E8C"/>
                </a:solidFill>
                <a:latin typeface="Trebuchet MS"/>
                <a:cs typeface="Trebuchet MS"/>
              </a:rPr>
              <a:t>h</a:t>
            </a:r>
            <a:r>
              <a:rPr sz="15000" b="1" spc="595" dirty="0">
                <a:solidFill>
                  <a:srgbClr val="010E8C"/>
                </a:solidFill>
                <a:latin typeface="Trebuchet MS"/>
                <a:cs typeface="Trebuchet MS"/>
              </a:rPr>
              <a:t>a</a:t>
            </a:r>
            <a:r>
              <a:rPr sz="15000" b="1" spc="550" dirty="0">
                <a:solidFill>
                  <a:srgbClr val="010E8C"/>
                </a:solidFill>
                <a:latin typeface="Trebuchet MS"/>
                <a:cs typeface="Trebuchet MS"/>
              </a:rPr>
              <a:t>n</a:t>
            </a:r>
            <a:r>
              <a:rPr sz="15000" b="1" spc="990" dirty="0">
                <a:solidFill>
                  <a:srgbClr val="010E8C"/>
                </a:solidFill>
                <a:latin typeface="Trebuchet MS"/>
                <a:cs typeface="Trebuchet MS"/>
              </a:rPr>
              <a:t>k</a:t>
            </a:r>
            <a:endParaRPr sz="150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94632" y="4918863"/>
            <a:ext cx="4190365" cy="425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20700">
              <a:lnSpc>
                <a:spcPct val="100000"/>
              </a:lnSpc>
              <a:spcBef>
                <a:spcPts val="125"/>
              </a:spcBef>
            </a:pPr>
            <a:r>
              <a:rPr sz="15000" b="1" spc="670" dirty="0" smtClean="0">
                <a:solidFill>
                  <a:srgbClr val="010E8C"/>
                </a:solidFill>
                <a:latin typeface="Trebuchet MS"/>
                <a:cs typeface="Trebuchet MS"/>
              </a:rPr>
              <a:t>You</a:t>
            </a:r>
          </a:p>
          <a:p>
            <a:pPr marL="12700">
              <a:lnSpc>
                <a:spcPct val="100000"/>
              </a:lnSpc>
              <a:spcBef>
                <a:spcPts val="12725"/>
              </a:spcBef>
            </a:pPr>
            <a:endParaRPr sz="2150" dirty="0">
              <a:latin typeface="Lucida Sans Unicode"/>
              <a:cs typeface="Lucida Sans Unicode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56263" y="2338919"/>
            <a:ext cx="5131736" cy="54863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338919"/>
            <a:ext cx="5084418" cy="51530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10E8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1028</TotalTime>
  <Words>546</Words>
  <Application>Microsoft Office PowerPoint</Application>
  <PresentationFormat>Custom</PresentationFormat>
  <Paragraphs>132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Arial Black</vt:lpstr>
      <vt:lpstr>Lucida Sans Unicode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design</dc:title>
  <dc:creator>Himanshi Chauhan</dc:creator>
  <cp:keywords>DAGuQ5tXOZs,BAGCprmTQlw,0</cp:keywords>
  <cp:lastModifiedBy>Microsoft account</cp:lastModifiedBy>
  <cp:revision>44</cp:revision>
  <dcterms:created xsi:type="dcterms:W3CDTF">2025-07-31T07:03:06Z</dcterms:created>
  <dcterms:modified xsi:type="dcterms:W3CDTF">2025-08-21T10:52:44Z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2025-07-26T00:00:00Z</vt:filetime>
  </property>
  <property fmtid="{D5CDD505-2E9C-101B-9397-08002B2CF9AE}" pid="3" name="Creator">
    <vt:lpwstr>Canva</vt:lpwstr>
  </property>
  <property fmtid="{D5CDD505-2E9C-101B-9397-08002B2CF9AE}" pid="4" name="LastSaved">
    <vt:filetime>2025-07-31T00:00:00Z</vt:filetime>
  </property>
  <property fmtid="{D5CDD505-2E9C-101B-9397-08002B2CF9AE}" pid="5" name="Producer">
    <vt:lpwstr>Canva</vt:lpwstr>
  </property>
</Properties>
</file>